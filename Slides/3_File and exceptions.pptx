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sldIdLst>
    <p:sldId id="258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2" r:id="rId11"/>
    <p:sldId id="270" r:id="rId12"/>
    <p:sldId id="271" r:id="rId13"/>
    <p:sldId id="273" r:id="rId14"/>
    <p:sldId id="274" r:id="rId15"/>
    <p:sldId id="275" r:id="rId16"/>
    <p:sldId id="276" r:id="rId17"/>
    <p:sldId id="277" r:id="rId18"/>
    <p:sldId id="27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BF77F0-6EB4-482B-8C6A-8301427531FB}" v="2" dt="2022-10-20T10:41:19.7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57" d="100"/>
          <a:sy n="57" d="100"/>
        </p:scale>
        <p:origin x="984" y="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Tuan. Long" userId="e4e93a65-ca82-41ec-92c8-0e4fdb0a72ae" providerId="ADAL" clId="{FD9A6A64-4271-451F-BA17-B8886355BC8E}"/>
    <pc:docChg chg="undo custSel addSld delSld modSld sldOrd">
      <pc:chgData name="Nguyen Tuan. Long" userId="e4e93a65-ca82-41ec-92c8-0e4fdb0a72ae" providerId="ADAL" clId="{FD9A6A64-4271-451F-BA17-B8886355BC8E}" dt="2020-10-15T13:51:01.693" v="1682"/>
      <pc:docMkLst>
        <pc:docMk/>
      </pc:docMkLst>
      <pc:sldChg chg="modSp new del">
        <pc:chgData name="Nguyen Tuan. Long" userId="e4e93a65-ca82-41ec-92c8-0e4fdb0a72ae" providerId="ADAL" clId="{FD9A6A64-4271-451F-BA17-B8886355BC8E}" dt="2020-10-14T14:00:12.399" v="8" actId="47"/>
        <pc:sldMkLst>
          <pc:docMk/>
          <pc:sldMk cId="3472538802" sldId="256"/>
        </pc:sldMkLst>
        <pc:spChg chg="mod">
          <ac:chgData name="Nguyen Tuan. Long" userId="e4e93a65-ca82-41ec-92c8-0e4fdb0a72ae" providerId="ADAL" clId="{FD9A6A64-4271-451F-BA17-B8886355BC8E}" dt="2020-10-14T13:59:34.468" v="1"/>
          <ac:spMkLst>
            <pc:docMk/>
            <pc:sldMk cId="3472538802" sldId="256"/>
            <ac:spMk id="2" creationId="{E377244D-3383-40F6-9AB0-4996758E3490}"/>
          </ac:spMkLst>
        </pc:spChg>
        <pc:spChg chg="mod">
          <ac:chgData name="Nguyen Tuan. Long" userId="e4e93a65-ca82-41ec-92c8-0e4fdb0a72ae" providerId="ADAL" clId="{FD9A6A64-4271-451F-BA17-B8886355BC8E}" dt="2020-10-14T13:59:34.468" v="1"/>
          <ac:spMkLst>
            <pc:docMk/>
            <pc:sldMk cId="3472538802" sldId="256"/>
            <ac:spMk id="3" creationId="{AD6DCA01-2C23-4374-84B5-717FAB9D5C8A}"/>
          </ac:spMkLst>
        </pc:spChg>
      </pc:sldChg>
      <pc:sldChg chg="modSp new del mod">
        <pc:chgData name="Nguyen Tuan. Long" userId="e4e93a65-ca82-41ec-92c8-0e4fdb0a72ae" providerId="ADAL" clId="{FD9A6A64-4271-451F-BA17-B8886355BC8E}" dt="2020-10-14T14:00:12.399" v="8" actId="47"/>
        <pc:sldMkLst>
          <pc:docMk/>
          <pc:sldMk cId="2972266970" sldId="257"/>
        </pc:sldMkLst>
        <pc:spChg chg="mod">
          <ac:chgData name="Nguyen Tuan. Long" userId="e4e93a65-ca82-41ec-92c8-0e4fdb0a72ae" providerId="ADAL" clId="{FD9A6A64-4271-451F-BA17-B8886355BC8E}" dt="2020-10-14T13:59:47.486" v="6" actId="20577"/>
          <ac:spMkLst>
            <pc:docMk/>
            <pc:sldMk cId="2972266970" sldId="257"/>
            <ac:spMk id="2" creationId="{E3B07D3D-858F-46D3-8CAC-B0EA764AE671}"/>
          </ac:spMkLst>
        </pc:spChg>
      </pc:sldChg>
      <pc:sldChg chg="add">
        <pc:chgData name="Nguyen Tuan. Long" userId="e4e93a65-ca82-41ec-92c8-0e4fdb0a72ae" providerId="ADAL" clId="{FD9A6A64-4271-451F-BA17-B8886355BC8E}" dt="2020-10-14T14:00:08.128" v="7"/>
        <pc:sldMkLst>
          <pc:docMk/>
          <pc:sldMk cId="1829236185" sldId="258"/>
        </pc:sldMkLst>
      </pc:sldChg>
      <pc:sldChg chg="modSp add modAnim">
        <pc:chgData name="Nguyen Tuan. Long" userId="e4e93a65-ca82-41ec-92c8-0e4fdb0a72ae" providerId="ADAL" clId="{FD9A6A64-4271-451F-BA17-B8886355BC8E}" dt="2020-10-14T14:04:31.078" v="103" actId="20577"/>
        <pc:sldMkLst>
          <pc:docMk/>
          <pc:sldMk cId="2848987940" sldId="263"/>
        </pc:sldMkLst>
        <pc:spChg chg="mod">
          <ac:chgData name="Nguyen Tuan. Long" userId="e4e93a65-ca82-41ec-92c8-0e4fdb0a72ae" providerId="ADAL" clId="{FD9A6A64-4271-451F-BA17-B8886355BC8E}" dt="2020-10-14T14:04:31.078" v="103" actId="20577"/>
          <ac:spMkLst>
            <pc:docMk/>
            <pc:sldMk cId="2848987940" sldId="263"/>
            <ac:spMk id="10" creationId="{5DC21B99-FD41-43AC-B189-6669F46B487A}"/>
          </ac:spMkLst>
        </pc:spChg>
        <pc:spChg chg="mod">
          <ac:chgData name="Nguyen Tuan. Long" userId="e4e93a65-ca82-41ec-92c8-0e4fdb0a72ae" providerId="ADAL" clId="{FD9A6A64-4271-451F-BA17-B8886355BC8E}" dt="2020-10-14T14:00:38.559" v="29" actId="20577"/>
          <ac:spMkLst>
            <pc:docMk/>
            <pc:sldMk cId="2848987940" sldId="263"/>
            <ac:spMk id="13" creationId="{8DCBFF2C-2C51-47AD-942A-27C9869AB267}"/>
          </ac:spMkLst>
        </pc:spChg>
      </pc:sldChg>
      <pc:sldChg chg="addSp delSp modSp new mod modAnim">
        <pc:chgData name="Nguyen Tuan. Long" userId="e4e93a65-ca82-41ec-92c8-0e4fdb0a72ae" providerId="ADAL" clId="{FD9A6A64-4271-451F-BA17-B8886355BC8E}" dt="2020-10-15T07:20:30.960" v="571"/>
        <pc:sldMkLst>
          <pc:docMk/>
          <pc:sldMk cId="2093628872" sldId="264"/>
        </pc:sldMkLst>
        <pc:spChg chg="del">
          <ac:chgData name="Nguyen Tuan. Long" userId="e4e93a65-ca82-41ec-92c8-0e4fdb0a72ae" providerId="ADAL" clId="{FD9A6A64-4271-451F-BA17-B8886355BC8E}" dt="2020-10-14T14:03:29.785" v="31" actId="478"/>
          <ac:spMkLst>
            <pc:docMk/>
            <pc:sldMk cId="2093628872" sldId="264"/>
            <ac:spMk id="2" creationId="{2B20E095-FFD8-4C87-AB49-E38557FF20FD}"/>
          </ac:spMkLst>
        </pc:spChg>
        <pc:spChg chg="mod">
          <ac:chgData name="Nguyen Tuan. Long" userId="e4e93a65-ca82-41ec-92c8-0e4fdb0a72ae" providerId="ADAL" clId="{FD9A6A64-4271-451F-BA17-B8886355BC8E}" dt="2020-10-14T14:06:18.750" v="107" actId="113"/>
          <ac:spMkLst>
            <pc:docMk/>
            <pc:sldMk cId="2093628872" sldId="264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4T14:06:28.436" v="108"/>
          <ac:spMkLst>
            <pc:docMk/>
            <pc:sldMk cId="2093628872" sldId="264"/>
            <ac:spMk id="4" creationId="{F19861AE-5C9F-471D-AAA9-5DB1F0ADDB56}"/>
          </ac:spMkLst>
        </pc:spChg>
        <pc:spChg chg="mod">
          <ac:chgData name="Nguyen Tuan. Long" userId="e4e93a65-ca82-41ec-92c8-0e4fdb0a72ae" providerId="ADAL" clId="{FD9A6A64-4271-451F-BA17-B8886355BC8E}" dt="2020-10-15T06:45:38.976" v="205" actId="1038"/>
          <ac:spMkLst>
            <pc:docMk/>
            <pc:sldMk cId="2093628872" sldId="264"/>
            <ac:spMk id="13" creationId="{DBF792EF-C831-4DF3-8977-D1D69705E976}"/>
          </ac:spMkLst>
        </pc:spChg>
        <pc:spChg chg="mod">
          <ac:chgData name="Nguyen Tuan. Long" userId="e4e93a65-ca82-41ec-92c8-0e4fdb0a72ae" providerId="ADAL" clId="{FD9A6A64-4271-451F-BA17-B8886355BC8E}" dt="2020-10-15T06:45:54.980" v="206" actId="1076"/>
          <ac:spMkLst>
            <pc:docMk/>
            <pc:sldMk cId="2093628872" sldId="264"/>
            <ac:spMk id="15" creationId="{F0E37BAA-EA8E-4D50-B900-BB38544E9CBF}"/>
          </ac:spMkLst>
        </pc:spChg>
        <pc:spChg chg="mod">
          <ac:chgData name="Nguyen Tuan. Long" userId="e4e93a65-ca82-41ec-92c8-0e4fdb0a72ae" providerId="ADAL" clId="{FD9A6A64-4271-451F-BA17-B8886355BC8E}" dt="2020-10-15T06:44:58.297" v="133"/>
          <ac:spMkLst>
            <pc:docMk/>
            <pc:sldMk cId="2093628872" sldId="264"/>
            <ac:spMk id="17" creationId="{0D90E6EB-2973-4C23-8473-177A8774AF8C}"/>
          </ac:spMkLst>
        </pc:spChg>
        <pc:spChg chg="mod">
          <ac:chgData name="Nguyen Tuan. Long" userId="e4e93a65-ca82-41ec-92c8-0e4fdb0a72ae" providerId="ADAL" clId="{FD9A6A64-4271-451F-BA17-B8886355BC8E}" dt="2020-10-15T06:44:58.297" v="133"/>
          <ac:spMkLst>
            <pc:docMk/>
            <pc:sldMk cId="2093628872" sldId="264"/>
            <ac:spMk id="19" creationId="{9E229E6E-E7C5-4F22-9C09-98A0F331D86F}"/>
          </ac:spMkLst>
        </pc:spChg>
        <pc:spChg chg="add del mod">
          <ac:chgData name="Nguyen Tuan. Long" userId="e4e93a65-ca82-41ec-92c8-0e4fdb0a72ae" providerId="ADAL" clId="{FD9A6A64-4271-451F-BA17-B8886355BC8E}" dt="2020-10-15T06:46:38.611" v="210" actId="22"/>
          <ac:spMkLst>
            <pc:docMk/>
            <pc:sldMk cId="2093628872" sldId="264"/>
            <ac:spMk id="23" creationId="{5EDB9DD5-0A6E-4FE7-B8B2-89D3CA52559F}"/>
          </ac:spMkLst>
        </pc:spChg>
        <pc:spChg chg="mod">
          <ac:chgData name="Nguyen Tuan. Long" userId="e4e93a65-ca82-41ec-92c8-0e4fdb0a72ae" providerId="ADAL" clId="{FD9A6A64-4271-451F-BA17-B8886355BC8E}" dt="2020-10-15T06:47:22.899" v="273" actId="1037"/>
          <ac:spMkLst>
            <pc:docMk/>
            <pc:sldMk cId="2093628872" sldId="264"/>
            <ac:spMk id="25" creationId="{D5B23E04-203A-43FA-84BE-887E81F9DC38}"/>
          </ac:spMkLst>
        </pc:spChg>
        <pc:spChg chg="mod">
          <ac:chgData name="Nguyen Tuan. Long" userId="e4e93a65-ca82-41ec-92c8-0e4fdb0a72ae" providerId="ADAL" clId="{FD9A6A64-4271-451F-BA17-B8886355BC8E}" dt="2020-10-15T06:49:49.257" v="291" actId="1076"/>
          <ac:spMkLst>
            <pc:docMk/>
            <pc:sldMk cId="2093628872" sldId="264"/>
            <ac:spMk id="27" creationId="{68614602-3200-4BB7-9801-989C18E5B000}"/>
          </ac:spMkLst>
        </pc:spChg>
        <pc:spChg chg="mod">
          <ac:chgData name="Nguyen Tuan. Long" userId="e4e93a65-ca82-41ec-92c8-0e4fdb0a72ae" providerId="ADAL" clId="{FD9A6A64-4271-451F-BA17-B8886355BC8E}" dt="2020-10-15T07:14:57.091" v="488" actId="1038"/>
          <ac:spMkLst>
            <pc:docMk/>
            <pc:sldMk cId="2093628872" sldId="264"/>
            <ac:spMk id="40" creationId="{D592E472-2890-4C1C-8E47-203AD78FF30E}"/>
          </ac:spMkLst>
        </pc:spChg>
        <pc:spChg chg="mod">
          <ac:chgData name="Nguyen Tuan. Long" userId="e4e93a65-ca82-41ec-92c8-0e4fdb0a72ae" providerId="ADAL" clId="{FD9A6A64-4271-451F-BA17-B8886355BC8E}" dt="2020-10-15T07:17:14.438" v="511" actId="20577"/>
          <ac:spMkLst>
            <pc:docMk/>
            <pc:sldMk cId="2093628872" sldId="264"/>
            <ac:spMk id="42" creationId="{727E80E6-BB58-424C-9072-ABC9A4643CCB}"/>
          </ac:spMkLst>
        </pc:spChg>
        <pc:spChg chg="add mod">
          <ac:chgData name="Nguyen Tuan. Long" userId="e4e93a65-ca82-41ec-92c8-0e4fdb0a72ae" providerId="ADAL" clId="{FD9A6A64-4271-451F-BA17-B8886355BC8E}" dt="2020-10-15T07:20:14.981" v="565" actId="164"/>
          <ac:spMkLst>
            <pc:docMk/>
            <pc:sldMk cId="2093628872" sldId="264"/>
            <ac:spMk id="54" creationId="{5AF26D76-A2CF-4B0C-84E1-4642FF581CAD}"/>
          </ac:spMkLst>
        </pc:spChg>
        <pc:grpChg chg="add mod">
          <ac:chgData name="Nguyen Tuan. Long" userId="e4e93a65-ca82-41ec-92c8-0e4fdb0a72ae" providerId="ADAL" clId="{FD9A6A64-4271-451F-BA17-B8886355BC8E}" dt="2020-10-15T06:43:31.976" v="132" actId="1076"/>
          <ac:grpSpMkLst>
            <pc:docMk/>
            <pc:sldMk cId="2093628872" sldId="264"/>
            <ac:grpSpMk id="12" creationId="{9735967D-4A24-431B-8E7B-24312483E5BE}"/>
          </ac:grpSpMkLst>
        </pc:grpChg>
        <pc:grpChg chg="add del mod">
          <ac:chgData name="Nguyen Tuan. Long" userId="e4e93a65-ca82-41ec-92c8-0e4fdb0a72ae" providerId="ADAL" clId="{FD9A6A64-4271-451F-BA17-B8886355BC8E}" dt="2020-10-15T06:44:59.473" v="134"/>
          <ac:grpSpMkLst>
            <pc:docMk/>
            <pc:sldMk cId="2093628872" sldId="264"/>
            <ac:grpSpMk id="16" creationId="{E31ADABA-0CB1-4AF3-A304-6125A4E7B02C}"/>
          </ac:grpSpMkLst>
        </pc:grpChg>
        <pc:grpChg chg="add mod">
          <ac:chgData name="Nguyen Tuan. Long" userId="e4e93a65-ca82-41ec-92c8-0e4fdb0a72ae" providerId="ADAL" clId="{FD9A6A64-4271-451F-BA17-B8886355BC8E}" dt="2020-10-15T06:46:58.586" v="215" actId="1076"/>
          <ac:grpSpMkLst>
            <pc:docMk/>
            <pc:sldMk cId="2093628872" sldId="264"/>
            <ac:grpSpMk id="24" creationId="{EF30068C-B1FB-4B96-B416-2C7D625EE462}"/>
          </ac:grpSpMkLst>
        </pc:grpChg>
        <pc:grpChg chg="add mod">
          <ac:chgData name="Nguyen Tuan. Long" userId="e4e93a65-ca82-41ec-92c8-0e4fdb0a72ae" providerId="ADAL" clId="{FD9A6A64-4271-451F-BA17-B8886355BC8E}" dt="2020-10-15T07:15:25.275" v="498" actId="1037"/>
          <ac:grpSpMkLst>
            <pc:docMk/>
            <pc:sldMk cId="2093628872" sldId="264"/>
            <ac:grpSpMk id="39" creationId="{4F0BDB6D-F2A1-420E-9D8D-DFCB55FE3CE8}"/>
          </ac:grpSpMkLst>
        </pc:grpChg>
        <pc:grpChg chg="add mod">
          <ac:chgData name="Nguyen Tuan. Long" userId="e4e93a65-ca82-41ec-92c8-0e4fdb0a72ae" providerId="ADAL" clId="{FD9A6A64-4271-451F-BA17-B8886355BC8E}" dt="2020-10-15T07:20:14.981" v="565" actId="164"/>
          <ac:grpSpMkLst>
            <pc:docMk/>
            <pc:sldMk cId="2093628872" sldId="264"/>
            <ac:grpSpMk id="59" creationId="{12F668D5-A30D-4BC3-8500-95DD4403DC63}"/>
          </ac:grpSpMkLst>
        </pc:grpChg>
        <pc:picChg chg="add del mod">
          <ac:chgData name="Nguyen Tuan. Long" userId="e4e93a65-ca82-41ec-92c8-0e4fdb0a72ae" providerId="ADAL" clId="{FD9A6A64-4271-451F-BA17-B8886355BC8E}" dt="2020-10-15T06:40:08.051" v="119" actId="478"/>
          <ac:picMkLst>
            <pc:docMk/>
            <pc:sldMk cId="2093628872" sldId="264"/>
            <ac:picMk id="5" creationId="{A36EA261-3EE2-4070-BC16-847AC3904B97}"/>
          </ac:picMkLst>
        </pc:picChg>
        <pc:picChg chg="add mod">
          <ac:chgData name="Nguyen Tuan. Long" userId="e4e93a65-ca82-41ec-92c8-0e4fdb0a72ae" providerId="ADAL" clId="{FD9A6A64-4271-451F-BA17-B8886355BC8E}" dt="2020-10-15T06:41:13.297" v="124" actId="1076"/>
          <ac:picMkLst>
            <pc:docMk/>
            <pc:sldMk cId="2093628872" sldId="264"/>
            <ac:picMk id="7" creationId="{2328F1E7-10ED-44E1-9297-4B39AC841B89}"/>
          </ac:picMkLst>
        </pc:picChg>
        <pc:picChg chg="add mod">
          <ac:chgData name="Nguyen Tuan. Long" userId="e4e93a65-ca82-41ec-92c8-0e4fdb0a72ae" providerId="ADAL" clId="{FD9A6A64-4271-451F-BA17-B8886355BC8E}" dt="2020-10-15T06:46:54.713" v="214" actId="1076"/>
          <ac:picMkLst>
            <pc:docMk/>
            <pc:sldMk cId="2093628872" sldId="264"/>
            <ac:picMk id="9" creationId="{33DCD389-4300-4C14-8519-1495D3D2B24C}"/>
          </ac:picMkLst>
        </pc:picChg>
        <pc:picChg chg="add mod">
          <ac:chgData name="Nguyen Tuan. Long" userId="e4e93a65-ca82-41ec-92c8-0e4fdb0a72ae" providerId="ADAL" clId="{FD9A6A64-4271-451F-BA17-B8886355BC8E}" dt="2020-10-15T06:41:35.836" v="127" actId="1076"/>
          <ac:picMkLst>
            <pc:docMk/>
            <pc:sldMk cId="2093628872" sldId="264"/>
            <ac:picMk id="11" creationId="{E38FBE56-E790-49C9-A488-4B42F792C696}"/>
          </ac:picMkLst>
        </pc:picChg>
        <pc:cxnChg chg="mod">
          <ac:chgData name="Nguyen Tuan. Long" userId="e4e93a65-ca82-41ec-92c8-0e4fdb0a72ae" providerId="ADAL" clId="{FD9A6A64-4271-451F-BA17-B8886355BC8E}" dt="2020-10-15T06:45:54.980" v="206" actId="1076"/>
          <ac:cxnSpMkLst>
            <pc:docMk/>
            <pc:sldMk cId="2093628872" sldId="264"/>
            <ac:cxnSpMk id="14" creationId="{19000759-1862-4984-BDD4-1804555480F1}"/>
          </ac:cxnSpMkLst>
        </pc:cxnChg>
        <pc:cxnChg chg="mod">
          <ac:chgData name="Nguyen Tuan. Long" userId="e4e93a65-ca82-41ec-92c8-0e4fdb0a72ae" providerId="ADAL" clId="{FD9A6A64-4271-451F-BA17-B8886355BC8E}" dt="2020-10-15T06:44:58.297" v="133"/>
          <ac:cxnSpMkLst>
            <pc:docMk/>
            <pc:sldMk cId="2093628872" sldId="264"/>
            <ac:cxnSpMk id="18" creationId="{1166A4DB-7F3C-4739-9DDE-B82829D0A738}"/>
          </ac:cxnSpMkLst>
        </pc:cxnChg>
        <pc:cxnChg chg="mod">
          <ac:chgData name="Nguyen Tuan. Long" userId="e4e93a65-ca82-41ec-92c8-0e4fdb0a72ae" providerId="ADAL" clId="{FD9A6A64-4271-451F-BA17-B8886355BC8E}" dt="2020-10-15T06:49:49.257" v="291" actId="1076"/>
          <ac:cxnSpMkLst>
            <pc:docMk/>
            <pc:sldMk cId="2093628872" sldId="264"/>
            <ac:cxnSpMk id="26" creationId="{168361D2-400F-441C-A081-BA2D01B76B21}"/>
          </ac:cxnSpMkLst>
        </pc:cxnChg>
        <pc:cxnChg chg="mod">
          <ac:chgData name="Nguyen Tuan. Long" userId="e4e93a65-ca82-41ec-92c8-0e4fdb0a72ae" providerId="ADAL" clId="{FD9A6A64-4271-451F-BA17-B8886355BC8E}" dt="2020-10-15T07:17:14.438" v="511" actId="20577"/>
          <ac:cxnSpMkLst>
            <pc:docMk/>
            <pc:sldMk cId="2093628872" sldId="264"/>
            <ac:cxnSpMk id="41" creationId="{3FA475DA-F7E6-43E3-BDDC-AC664B83A279}"/>
          </ac:cxnSpMkLst>
        </pc:cxnChg>
        <pc:cxnChg chg="add mod">
          <ac:chgData name="Nguyen Tuan. Long" userId="e4e93a65-ca82-41ec-92c8-0e4fdb0a72ae" providerId="ADAL" clId="{FD9A6A64-4271-451F-BA17-B8886355BC8E}" dt="2020-10-15T07:20:14.981" v="565" actId="164"/>
          <ac:cxnSpMkLst>
            <pc:docMk/>
            <pc:sldMk cId="2093628872" sldId="264"/>
            <ac:cxnSpMk id="53" creationId="{5C0DCABD-031E-41C3-B4E9-987CD5BCE391}"/>
          </ac:cxnSpMkLst>
        </pc:cxnChg>
      </pc:sldChg>
      <pc:sldChg chg="addSp delSp modSp add del mod modAnim">
        <pc:chgData name="Nguyen Tuan. Long" userId="e4e93a65-ca82-41ec-92c8-0e4fdb0a72ae" providerId="ADAL" clId="{FD9A6A64-4271-451F-BA17-B8886355BC8E}" dt="2020-10-15T07:33:53.500" v="583" actId="403"/>
        <pc:sldMkLst>
          <pc:docMk/>
          <pc:sldMk cId="2084599407" sldId="265"/>
        </pc:sldMkLst>
        <pc:spChg chg="del mod">
          <ac:chgData name="Nguyen Tuan. Long" userId="e4e93a65-ca82-41ec-92c8-0e4fdb0a72ae" providerId="ADAL" clId="{FD9A6A64-4271-451F-BA17-B8886355BC8E}" dt="2020-10-15T07:05:13.557" v="368" actId="478"/>
          <ac:spMkLst>
            <pc:docMk/>
            <pc:sldMk cId="2084599407" sldId="265"/>
            <ac:spMk id="2" creationId="{8DA0BB29-E128-41AC-A6D3-BCE5690FC7B6}"/>
          </ac:spMkLst>
        </pc:spChg>
        <pc:spChg chg="mod">
          <ac:chgData name="Nguyen Tuan. Long" userId="e4e93a65-ca82-41ec-92c8-0e4fdb0a72ae" providerId="ADAL" clId="{FD9A6A64-4271-451F-BA17-B8886355BC8E}" dt="2020-10-15T06:53:37.224" v="294"/>
          <ac:spMkLst>
            <pc:docMk/>
            <pc:sldMk cId="2084599407" sldId="265"/>
            <ac:spMk id="4" creationId="{F19861AE-5C9F-471D-AAA9-5DB1F0ADDB56}"/>
          </ac:spMkLst>
        </pc:spChg>
        <pc:spChg chg="mod">
          <ac:chgData name="Nguyen Tuan. Long" userId="e4e93a65-ca82-41ec-92c8-0e4fdb0a72ae" providerId="ADAL" clId="{FD9A6A64-4271-451F-BA17-B8886355BC8E}" dt="2020-10-15T07:06:02.502" v="436" actId="1035"/>
          <ac:spMkLst>
            <pc:docMk/>
            <pc:sldMk cId="2084599407" sldId="265"/>
            <ac:spMk id="12" creationId="{47A7163F-8ACC-4456-846A-86F434CCB9C0}"/>
          </ac:spMkLst>
        </pc:spChg>
        <pc:spChg chg="del mod">
          <ac:chgData name="Nguyen Tuan. Long" userId="e4e93a65-ca82-41ec-92c8-0e4fdb0a72ae" providerId="ADAL" clId="{FD9A6A64-4271-451F-BA17-B8886355BC8E}" dt="2020-10-15T07:06:48.936" v="442" actId="478"/>
          <ac:spMkLst>
            <pc:docMk/>
            <pc:sldMk cId="2084599407" sldId="265"/>
            <ac:spMk id="14" creationId="{A6D81873-00B9-4764-972A-AA826E6D512F}"/>
          </ac:spMkLst>
        </pc:spChg>
        <pc:grpChg chg="add mod">
          <ac:chgData name="Nguyen Tuan. Long" userId="e4e93a65-ca82-41ec-92c8-0e4fdb0a72ae" providerId="ADAL" clId="{FD9A6A64-4271-451F-BA17-B8886355BC8E}" dt="2020-10-15T07:08:30.694" v="463" actId="164"/>
          <ac:grpSpMkLst>
            <pc:docMk/>
            <pc:sldMk cId="2084599407" sldId="265"/>
            <ac:grpSpMk id="11" creationId="{5165F1A7-A065-4ADF-9E79-818A0C8F4A53}"/>
          </ac:grpSpMkLst>
        </pc:grpChg>
        <pc:grpChg chg="add mod">
          <ac:chgData name="Nguyen Tuan. Long" userId="e4e93a65-ca82-41ec-92c8-0e4fdb0a72ae" providerId="ADAL" clId="{FD9A6A64-4271-451F-BA17-B8886355BC8E}" dt="2020-10-15T07:08:30.694" v="463" actId="164"/>
          <ac:grpSpMkLst>
            <pc:docMk/>
            <pc:sldMk cId="2084599407" sldId="265"/>
            <ac:grpSpMk id="24" creationId="{50D1C546-92AA-4ECA-977B-1400026A99A6}"/>
          </ac:grpSpMkLst>
        </pc:grpChg>
        <pc:graphicFrameChg chg="mod modGraphic">
          <ac:chgData name="Nguyen Tuan. Long" userId="e4e93a65-ca82-41ec-92c8-0e4fdb0a72ae" providerId="ADAL" clId="{FD9A6A64-4271-451F-BA17-B8886355BC8E}" dt="2020-10-15T07:33:53.500" v="583" actId="403"/>
          <ac:graphicFrameMkLst>
            <pc:docMk/>
            <pc:sldMk cId="2084599407" sldId="265"/>
            <ac:graphicFrameMk id="8" creationId="{1BB03246-ACF3-4B27-B275-5FA9706CF443}"/>
          </ac:graphicFrameMkLst>
        </pc:graphicFrameChg>
        <pc:picChg chg="add del mod">
          <ac:chgData name="Nguyen Tuan. Long" userId="e4e93a65-ca82-41ec-92c8-0e4fdb0a72ae" providerId="ADAL" clId="{FD9A6A64-4271-451F-BA17-B8886355BC8E}" dt="2020-10-15T07:04:14.995" v="333" actId="478"/>
          <ac:picMkLst>
            <pc:docMk/>
            <pc:sldMk cId="2084599407" sldId="265"/>
            <ac:picMk id="5" creationId="{2F7591F9-E169-4FD3-A756-4CD0D2CF5C96}"/>
          </ac:picMkLst>
        </pc:picChg>
        <pc:picChg chg="add mod">
          <ac:chgData name="Nguyen Tuan. Long" userId="e4e93a65-ca82-41ec-92c8-0e4fdb0a72ae" providerId="ADAL" clId="{FD9A6A64-4271-451F-BA17-B8886355BC8E}" dt="2020-10-15T07:05:22.746" v="371" actId="1076"/>
          <ac:picMkLst>
            <pc:docMk/>
            <pc:sldMk cId="2084599407" sldId="265"/>
            <ac:picMk id="7" creationId="{FCEA9F38-ABE9-4173-9172-A2CB2CB91D8D}"/>
          </ac:picMkLst>
        </pc:picChg>
        <pc:picChg chg="add mod modCrop">
          <ac:chgData name="Nguyen Tuan. Long" userId="e4e93a65-ca82-41ec-92c8-0e4fdb0a72ae" providerId="ADAL" clId="{FD9A6A64-4271-451F-BA17-B8886355BC8E}" dt="2020-10-15T07:05:29.422" v="374" actId="1076"/>
          <ac:picMkLst>
            <pc:docMk/>
            <pc:sldMk cId="2084599407" sldId="265"/>
            <ac:picMk id="9" creationId="{26FD2A1C-3866-437E-8995-6BB118A44B21}"/>
          </ac:picMkLst>
        </pc:picChg>
        <pc:picChg chg="add mod">
          <ac:chgData name="Nguyen Tuan. Long" userId="e4e93a65-ca82-41ec-92c8-0e4fdb0a72ae" providerId="ADAL" clId="{FD9A6A64-4271-451F-BA17-B8886355BC8E}" dt="2020-10-15T07:04:55.352" v="366" actId="1036"/>
          <ac:picMkLst>
            <pc:docMk/>
            <pc:sldMk cId="2084599407" sldId="265"/>
            <ac:picMk id="10" creationId="{53EB4B56-9211-403A-AB80-4E517BE91E23}"/>
          </ac:picMkLst>
        </pc:picChg>
        <pc:picChg chg="add del mod">
          <ac:chgData name="Nguyen Tuan. Long" userId="e4e93a65-ca82-41ec-92c8-0e4fdb0a72ae" providerId="ADAL" clId="{FD9A6A64-4271-451F-BA17-B8886355BC8E}" dt="2020-10-15T07:07:54.814" v="457" actId="478"/>
          <ac:picMkLst>
            <pc:docMk/>
            <pc:sldMk cId="2084599407" sldId="265"/>
            <ac:picMk id="18" creationId="{FC7EAEFA-3A69-476C-A004-BF1CCE312D85}"/>
          </ac:picMkLst>
        </pc:picChg>
        <pc:picChg chg="add mod">
          <ac:chgData name="Nguyen Tuan. Long" userId="e4e93a65-ca82-41ec-92c8-0e4fdb0a72ae" providerId="ADAL" clId="{FD9A6A64-4271-451F-BA17-B8886355BC8E}" dt="2020-10-15T07:08:30.694" v="463" actId="164"/>
          <ac:picMkLst>
            <pc:docMk/>
            <pc:sldMk cId="2084599407" sldId="265"/>
            <ac:picMk id="21" creationId="{9F49DB2B-9EF5-47D1-9522-FECE604FAEB6}"/>
          </ac:picMkLst>
        </pc:picChg>
        <pc:cxnChg chg="mod">
          <ac:chgData name="Nguyen Tuan. Long" userId="e4e93a65-ca82-41ec-92c8-0e4fdb0a72ae" providerId="ADAL" clId="{FD9A6A64-4271-451F-BA17-B8886355BC8E}" dt="2020-10-15T07:08:05.667" v="461" actId="14100"/>
          <ac:cxnSpMkLst>
            <pc:docMk/>
            <pc:sldMk cId="2084599407" sldId="265"/>
            <ac:cxnSpMk id="13" creationId="{19A456C6-1CB8-4728-BEE7-70F0EE6FA2D8}"/>
          </ac:cxnSpMkLst>
        </pc:cxnChg>
      </pc:sldChg>
      <pc:sldChg chg="addSp">
        <pc:chgData name="Nguyen Tuan. Long" userId="e4e93a65-ca82-41ec-92c8-0e4fdb0a72ae" providerId="ADAL" clId="{FD9A6A64-4271-451F-BA17-B8886355BC8E}" dt="2020-10-15T07:01:44.487" v="312"/>
        <pc:sldMkLst>
          <pc:docMk/>
          <pc:sldMk cId="3885375783" sldId="265"/>
        </pc:sldMkLst>
        <pc:spChg chg="add">
          <ac:chgData name="Nguyen Tuan. Long" userId="e4e93a65-ca82-41ec-92c8-0e4fdb0a72ae" providerId="ADAL" clId="{FD9A6A64-4271-451F-BA17-B8886355BC8E}" dt="2020-10-15T07:01:44.487" v="312"/>
          <ac:spMkLst>
            <pc:docMk/>
            <pc:sldMk cId="3885375783" sldId="265"/>
            <ac:spMk id="2" creationId="{8DA0BB29-E128-41AC-A6D3-BCE5690FC7B6}"/>
          </ac:spMkLst>
        </pc:spChg>
      </pc:sldChg>
      <pc:sldChg chg="addSp modSp add mod modAnim">
        <pc:chgData name="Nguyen Tuan. Long" userId="e4e93a65-ca82-41ec-92c8-0e4fdb0a72ae" providerId="ADAL" clId="{FD9A6A64-4271-451F-BA17-B8886355BC8E}" dt="2020-10-15T07:48:34.303" v="681"/>
        <pc:sldMkLst>
          <pc:docMk/>
          <pc:sldMk cId="2435727989" sldId="266"/>
        </pc:sldMkLst>
        <pc:spChg chg="mod">
          <ac:chgData name="Nguyen Tuan. Long" userId="e4e93a65-ca82-41ec-92c8-0e4fdb0a72ae" providerId="ADAL" clId="{FD9A6A64-4271-451F-BA17-B8886355BC8E}" dt="2020-10-15T07:34:29.840" v="584"/>
          <ac:spMkLst>
            <pc:docMk/>
            <pc:sldMk cId="2435727989" sldId="266"/>
            <ac:spMk id="4" creationId="{F19861AE-5C9F-471D-AAA9-5DB1F0ADDB56}"/>
          </ac:spMkLst>
        </pc:spChg>
        <pc:picChg chg="add mod">
          <ac:chgData name="Nguyen Tuan. Long" userId="e4e93a65-ca82-41ec-92c8-0e4fdb0a72ae" providerId="ADAL" clId="{FD9A6A64-4271-451F-BA17-B8886355BC8E}" dt="2020-10-15T07:38:59.502" v="587" actId="1076"/>
          <ac:picMkLst>
            <pc:docMk/>
            <pc:sldMk cId="2435727989" sldId="266"/>
            <ac:picMk id="5" creationId="{D94BC314-74A4-4537-9094-D12E7D48B2D6}"/>
          </ac:picMkLst>
        </pc:picChg>
        <pc:picChg chg="add mod">
          <ac:chgData name="Nguyen Tuan. Long" userId="e4e93a65-ca82-41ec-92c8-0e4fdb0a72ae" providerId="ADAL" clId="{FD9A6A64-4271-451F-BA17-B8886355BC8E}" dt="2020-10-15T07:39:15.409" v="589" actId="1076"/>
          <ac:picMkLst>
            <pc:docMk/>
            <pc:sldMk cId="2435727989" sldId="266"/>
            <ac:picMk id="7" creationId="{346D1F2B-9EAA-4C4F-91F5-1049D5C291FF}"/>
          </ac:picMkLst>
        </pc:picChg>
        <pc:picChg chg="add mod">
          <ac:chgData name="Nguyen Tuan. Long" userId="e4e93a65-ca82-41ec-92c8-0e4fdb0a72ae" providerId="ADAL" clId="{FD9A6A64-4271-451F-BA17-B8886355BC8E}" dt="2020-10-15T07:41:14.366" v="604" actId="1036"/>
          <ac:picMkLst>
            <pc:docMk/>
            <pc:sldMk cId="2435727989" sldId="266"/>
            <ac:picMk id="9" creationId="{92A93EA3-93AE-4D82-BE80-11D8AA325CF0}"/>
          </ac:picMkLst>
        </pc:picChg>
        <pc:picChg chg="add mod">
          <ac:chgData name="Nguyen Tuan. Long" userId="e4e93a65-ca82-41ec-92c8-0e4fdb0a72ae" providerId="ADAL" clId="{FD9A6A64-4271-451F-BA17-B8886355BC8E}" dt="2020-10-15T07:41:10.459" v="593" actId="1076"/>
          <ac:picMkLst>
            <pc:docMk/>
            <pc:sldMk cId="2435727989" sldId="266"/>
            <ac:picMk id="11" creationId="{108F86B5-A124-4F50-BE79-549D9162AECC}"/>
          </ac:picMkLst>
        </pc:picChg>
      </pc:sldChg>
      <pc:sldChg chg="addSp modSp add mod modAnim">
        <pc:chgData name="Nguyen Tuan. Long" userId="e4e93a65-ca82-41ec-92c8-0e4fdb0a72ae" providerId="ADAL" clId="{FD9A6A64-4271-451F-BA17-B8886355BC8E}" dt="2020-10-15T07:48:50.521" v="686"/>
        <pc:sldMkLst>
          <pc:docMk/>
          <pc:sldMk cId="4223157378" sldId="267"/>
        </pc:sldMkLst>
        <pc:spChg chg="mod">
          <ac:chgData name="Nguyen Tuan. Long" userId="e4e93a65-ca82-41ec-92c8-0e4fdb0a72ae" providerId="ADAL" clId="{FD9A6A64-4271-451F-BA17-B8886355BC8E}" dt="2020-10-15T07:44:40.343" v="612"/>
          <ac:spMkLst>
            <pc:docMk/>
            <pc:sldMk cId="4223157378" sldId="267"/>
            <ac:spMk id="4" creationId="{F19861AE-5C9F-471D-AAA9-5DB1F0ADDB56}"/>
          </ac:spMkLst>
        </pc:spChg>
        <pc:spChg chg="add mod">
          <ac:chgData name="Nguyen Tuan. Long" userId="e4e93a65-ca82-41ec-92c8-0e4fdb0a72ae" providerId="ADAL" clId="{FD9A6A64-4271-451F-BA17-B8886355BC8E}" dt="2020-10-15T07:47:49.101" v="652" actId="1036"/>
          <ac:spMkLst>
            <pc:docMk/>
            <pc:sldMk cId="4223157378" sldId="267"/>
            <ac:spMk id="8" creationId="{44C71CC6-5953-4310-9F4C-78431FA61DFE}"/>
          </ac:spMkLst>
        </pc:spChg>
        <pc:picChg chg="add mod">
          <ac:chgData name="Nguyen Tuan. Long" userId="e4e93a65-ca82-41ec-92c8-0e4fdb0a72ae" providerId="ADAL" clId="{FD9A6A64-4271-451F-BA17-B8886355BC8E}" dt="2020-10-15T07:47:45.049" v="634" actId="1035"/>
          <ac:picMkLst>
            <pc:docMk/>
            <pc:sldMk cId="4223157378" sldId="267"/>
            <ac:picMk id="5" creationId="{104A8D6E-CBD5-42F4-A919-BAC23ADE4459}"/>
          </ac:picMkLst>
        </pc:picChg>
        <pc:picChg chg="add mod">
          <ac:chgData name="Nguyen Tuan. Long" userId="e4e93a65-ca82-41ec-92c8-0e4fdb0a72ae" providerId="ADAL" clId="{FD9A6A64-4271-451F-BA17-B8886355BC8E}" dt="2020-10-15T07:47:45.049" v="634" actId="1035"/>
          <ac:picMkLst>
            <pc:docMk/>
            <pc:sldMk cId="4223157378" sldId="267"/>
            <ac:picMk id="7" creationId="{F1A8EEFF-4CBA-4C72-84F1-4C9B93745AFA}"/>
          </ac:picMkLst>
        </pc:picChg>
        <pc:picChg chg="add mod">
          <ac:chgData name="Nguyen Tuan. Long" userId="e4e93a65-ca82-41ec-92c8-0e4fdb0a72ae" providerId="ADAL" clId="{FD9A6A64-4271-451F-BA17-B8886355BC8E}" dt="2020-10-15T07:47:57.973" v="677" actId="1035"/>
          <ac:picMkLst>
            <pc:docMk/>
            <pc:sldMk cId="4223157378" sldId="267"/>
            <ac:picMk id="10" creationId="{F7EFD6C7-417B-4074-A014-359B86549B17}"/>
          </ac:picMkLst>
        </pc:picChg>
        <pc:picChg chg="add mod">
          <ac:chgData name="Nguyen Tuan. Long" userId="e4e93a65-ca82-41ec-92c8-0e4fdb0a72ae" providerId="ADAL" clId="{FD9A6A64-4271-451F-BA17-B8886355BC8E}" dt="2020-10-15T07:47:53.011" v="666" actId="1035"/>
          <ac:picMkLst>
            <pc:docMk/>
            <pc:sldMk cId="4223157378" sldId="267"/>
            <ac:picMk id="12" creationId="{0F108359-44D2-400B-991C-0B78EDAE79F7}"/>
          </ac:picMkLst>
        </pc:picChg>
      </pc:sldChg>
      <pc:sldChg chg="addSp delSp modSp add mod">
        <pc:chgData name="Nguyen Tuan. Long" userId="e4e93a65-ca82-41ec-92c8-0e4fdb0a72ae" providerId="ADAL" clId="{FD9A6A64-4271-451F-BA17-B8886355BC8E}" dt="2020-10-15T08:00:38.251" v="746" actId="1076"/>
        <pc:sldMkLst>
          <pc:docMk/>
          <pc:sldMk cId="2309778063" sldId="268"/>
        </pc:sldMkLst>
        <pc:spChg chg="mod">
          <ac:chgData name="Nguyen Tuan. Long" userId="e4e93a65-ca82-41ec-92c8-0e4fdb0a72ae" providerId="ADAL" clId="{FD9A6A64-4271-451F-BA17-B8886355BC8E}" dt="2020-10-15T07:49:24.975" v="690"/>
          <ac:spMkLst>
            <pc:docMk/>
            <pc:sldMk cId="2309778063" sldId="268"/>
            <ac:spMk id="4" creationId="{F19861AE-5C9F-471D-AAA9-5DB1F0ADDB56}"/>
          </ac:spMkLst>
        </pc:spChg>
        <pc:spChg chg="add mod">
          <ac:chgData name="Nguyen Tuan. Long" userId="e4e93a65-ca82-41ec-92c8-0e4fdb0a72ae" providerId="ADAL" clId="{FD9A6A64-4271-451F-BA17-B8886355BC8E}" dt="2020-10-15T07:53:54.103" v="729" actId="14100"/>
          <ac:spMkLst>
            <pc:docMk/>
            <pc:sldMk cId="2309778063" sldId="268"/>
            <ac:spMk id="6" creationId="{E75093DD-27A8-47A6-9F54-BA5182FBC393}"/>
          </ac:spMkLst>
        </pc:spChg>
        <pc:spChg chg="add mod">
          <ac:chgData name="Nguyen Tuan. Long" userId="e4e93a65-ca82-41ec-92c8-0e4fdb0a72ae" providerId="ADAL" clId="{FD9A6A64-4271-451F-BA17-B8886355BC8E}" dt="2020-10-15T07:58:19.103" v="739" actId="1076"/>
          <ac:spMkLst>
            <pc:docMk/>
            <pc:sldMk cId="2309778063" sldId="268"/>
            <ac:spMk id="10" creationId="{D955699E-B4EB-44EA-A454-272C5A885997}"/>
          </ac:spMkLst>
        </pc:spChg>
        <pc:grpChg chg="add mod">
          <ac:chgData name="Nguyen Tuan. Long" userId="e4e93a65-ca82-41ec-92c8-0e4fdb0a72ae" providerId="ADAL" clId="{FD9A6A64-4271-451F-BA17-B8886355BC8E}" dt="2020-10-15T07:58:10.320" v="737" actId="1076"/>
          <ac:grpSpMkLst>
            <pc:docMk/>
            <pc:sldMk cId="2309778063" sldId="268"/>
            <ac:grpSpMk id="7" creationId="{391DF231-580B-457E-A92F-967ECB667E68}"/>
          </ac:grpSpMkLst>
        </pc:grpChg>
        <pc:picChg chg="add mod">
          <ac:chgData name="Nguyen Tuan. Long" userId="e4e93a65-ca82-41ec-92c8-0e4fdb0a72ae" providerId="ADAL" clId="{FD9A6A64-4271-451F-BA17-B8886355BC8E}" dt="2020-10-15T07:53:35.115" v="728" actId="164"/>
          <ac:picMkLst>
            <pc:docMk/>
            <pc:sldMk cId="2309778063" sldId="268"/>
            <ac:picMk id="5" creationId="{9A7CFD75-9181-49EE-9B5A-A47161D78C0E}"/>
          </ac:picMkLst>
        </pc:picChg>
        <pc:picChg chg="add del mod">
          <ac:chgData name="Nguyen Tuan. Long" userId="e4e93a65-ca82-41ec-92c8-0e4fdb0a72ae" providerId="ADAL" clId="{FD9A6A64-4271-451F-BA17-B8886355BC8E}" dt="2020-10-15T07:58:31.146" v="741" actId="478"/>
          <ac:picMkLst>
            <pc:docMk/>
            <pc:sldMk cId="2309778063" sldId="268"/>
            <ac:picMk id="9" creationId="{593C8A2A-4D57-49C1-950C-8E9184075205}"/>
          </ac:picMkLst>
        </pc:picChg>
        <pc:picChg chg="add del mod">
          <ac:chgData name="Nguyen Tuan. Long" userId="e4e93a65-ca82-41ec-92c8-0e4fdb0a72ae" providerId="ADAL" clId="{FD9A6A64-4271-451F-BA17-B8886355BC8E}" dt="2020-10-15T08:00:34.037" v="744" actId="478"/>
          <ac:picMkLst>
            <pc:docMk/>
            <pc:sldMk cId="2309778063" sldId="268"/>
            <ac:picMk id="12" creationId="{17492CE6-1FDF-4918-BC34-227551439ADC}"/>
          </ac:picMkLst>
        </pc:picChg>
        <pc:picChg chg="add mod">
          <ac:chgData name="Nguyen Tuan. Long" userId="e4e93a65-ca82-41ec-92c8-0e4fdb0a72ae" providerId="ADAL" clId="{FD9A6A64-4271-451F-BA17-B8886355BC8E}" dt="2020-10-15T07:59:03.190" v="743" actId="1076"/>
          <ac:picMkLst>
            <pc:docMk/>
            <pc:sldMk cId="2309778063" sldId="268"/>
            <ac:picMk id="14" creationId="{AB357109-A434-4496-A9B5-217E438AB6CA}"/>
          </ac:picMkLst>
        </pc:picChg>
        <pc:picChg chg="add mod">
          <ac:chgData name="Nguyen Tuan. Long" userId="e4e93a65-ca82-41ec-92c8-0e4fdb0a72ae" providerId="ADAL" clId="{FD9A6A64-4271-451F-BA17-B8886355BC8E}" dt="2020-10-15T08:00:38.251" v="746" actId="1076"/>
          <ac:picMkLst>
            <pc:docMk/>
            <pc:sldMk cId="2309778063" sldId="268"/>
            <ac:picMk id="16" creationId="{02A75CA1-6853-40DC-B718-2EF524E8EF67}"/>
          </ac:picMkLst>
        </pc:picChg>
      </pc:sldChg>
      <pc:sldChg chg="modSp add mod">
        <pc:chgData name="Nguyen Tuan. Long" userId="e4e93a65-ca82-41ec-92c8-0e4fdb0a72ae" providerId="ADAL" clId="{FD9A6A64-4271-451F-BA17-B8886355BC8E}" dt="2020-10-15T08:01:25.726" v="763" actId="20577"/>
        <pc:sldMkLst>
          <pc:docMk/>
          <pc:sldMk cId="184234009" sldId="269"/>
        </pc:sldMkLst>
        <pc:spChg chg="mod">
          <ac:chgData name="Nguyen Tuan. Long" userId="e4e93a65-ca82-41ec-92c8-0e4fdb0a72ae" providerId="ADAL" clId="{FD9A6A64-4271-451F-BA17-B8886355BC8E}" dt="2020-10-15T08:01:04.906" v="754" actId="20577"/>
          <ac:spMkLst>
            <pc:docMk/>
            <pc:sldMk cId="184234009" sldId="269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08:01:25.726" v="763" actId="20577"/>
          <ac:spMkLst>
            <pc:docMk/>
            <pc:sldMk cId="184234009" sldId="269"/>
            <ac:spMk id="4" creationId="{F19861AE-5C9F-471D-AAA9-5DB1F0ADDB56}"/>
          </ac:spMkLst>
        </pc:spChg>
      </pc:sldChg>
      <pc:sldChg chg="addSp modSp add mod modAnim">
        <pc:chgData name="Nguyen Tuan. Long" userId="e4e93a65-ca82-41ec-92c8-0e4fdb0a72ae" providerId="ADAL" clId="{FD9A6A64-4271-451F-BA17-B8886355BC8E}" dt="2020-10-15T08:39:50.503" v="1089"/>
        <pc:sldMkLst>
          <pc:docMk/>
          <pc:sldMk cId="1091770401" sldId="270"/>
        </pc:sldMkLst>
        <pc:spChg chg="mod">
          <ac:chgData name="Nguyen Tuan. Long" userId="e4e93a65-ca82-41ec-92c8-0e4fdb0a72ae" providerId="ADAL" clId="{FD9A6A64-4271-451F-BA17-B8886355BC8E}" dt="2020-10-15T08:09:10.595" v="764"/>
          <ac:spMkLst>
            <pc:docMk/>
            <pc:sldMk cId="1091770401" sldId="270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08:39:27.090" v="1087"/>
          <ac:spMkLst>
            <pc:docMk/>
            <pc:sldMk cId="1091770401" sldId="270"/>
            <ac:spMk id="4" creationId="{F19861AE-5C9F-471D-AAA9-5DB1F0ADDB56}"/>
          </ac:spMkLst>
        </pc:spChg>
        <pc:spChg chg="add mod">
          <ac:chgData name="Nguyen Tuan. Long" userId="e4e93a65-ca82-41ec-92c8-0e4fdb0a72ae" providerId="ADAL" clId="{FD9A6A64-4271-451F-BA17-B8886355BC8E}" dt="2020-10-15T08:39:04.064" v="1086" actId="164"/>
          <ac:spMkLst>
            <pc:docMk/>
            <pc:sldMk cId="1091770401" sldId="270"/>
            <ac:spMk id="8" creationId="{4759B33D-2B8C-400C-B995-AD064CDAFDE7}"/>
          </ac:spMkLst>
        </pc:spChg>
        <pc:grpChg chg="add mod">
          <ac:chgData name="Nguyen Tuan. Long" userId="e4e93a65-ca82-41ec-92c8-0e4fdb0a72ae" providerId="ADAL" clId="{FD9A6A64-4271-451F-BA17-B8886355BC8E}" dt="2020-10-15T08:39:04.064" v="1086" actId="164"/>
          <ac:grpSpMkLst>
            <pc:docMk/>
            <pc:sldMk cId="1091770401" sldId="270"/>
            <ac:grpSpMk id="9" creationId="{6A2217FA-7AFF-47D3-9CC6-20C9CA50FEFD}"/>
          </ac:grpSpMkLst>
        </pc:grpChg>
        <pc:picChg chg="add mod">
          <ac:chgData name="Nguyen Tuan. Long" userId="e4e93a65-ca82-41ec-92c8-0e4fdb0a72ae" providerId="ADAL" clId="{FD9A6A64-4271-451F-BA17-B8886355BC8E}" dt="2020-10-15T08:37:49.315" v="1051" actId="1076"/>
          <ac:picMkLst>
            <pc:docMk/>
            <pc:sldMk cId="1091770401" sldId="270"/>
            <ac:picMk id="5" creationId="{CF3FAA51-BCC0-43C8-BB69-90C40466E624}"/>
          </ac:picMkLst>
        </pc:picChg>
        <pc:picChg chg="add mod">
          <ac:chgData name="Nguyen Tuan. Long" userId="e4e93a65-ca82-41ec-92c8-0e4fdb0a72ae" providerId="ADAL" clId="{FD9A6A64-4271-451F-BA17-B8886355BC8E}" dt="2020-10-15T08:39:04.064" v="1086" actId="164"/>
          <ac:picMkLst>
            <pc:docMk/>
            <pc:sldMk cId="1091770401" sldId="270"/>
            <ac:picMk id="7" creationId="{EC1F7877-584F-4E88-9765-9F0BE1B9155A}"/>
          </ac:picMkLst>
        </pc:picChg>
      </pc:sldChg>
      <pc:sldChg chg="modSp add">
        <pc:chgData name="Nguyen Tuan. Long" userId="e4e93a65-ca82-41ec-92c8-0e4fdb0a72ae" providerId="ADAL" clId="{FD9A6A64-4271-451F-BA17-B8886355BC8E}" dt="2020-10-15T08:40:35.094" v="1113" actId="20577"/>
        <pc:sldMkLst>
          <pc:docMk/>
          <pc:sldMk cId="856112368" sldId="271"/>
        </pc:sldMkLst>
        <pc:spChg chg="mod">
          <ac:chgData name="Nguyen Tuan. Long" userId="e4e93a65-ca82-41ec-92c8-0e4fdb0a72ae" providerId="ADAL" clId="{FD9A6A64-4271-451F-BA17-B8886355BC8E}" dt="2020-10-15T08:40:11.181" v="1099" actId="20577"/>
          <ac:spMkLst>
            <pc:docMk/>
            <pc:sldMk cId="856112368" sldId="271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08:40:35.094" v="1113" actId="20577"/>
          <ac:spMkLst>
            <pc:docMk/>
            <pc:sldMk cId="856112368" sldId="271"/>
            <ac:spMk id="4" creationId="{F19861AE-5C9F-471D-AAA9-5DB1F0ADDB56}"/>
          </ac:spMkLst>
        </pc:spChg>
      </pc:sldChg>
      <pc:sldChg chg="addSp delSp modSp add del mod ord delAnim modAnim">
        <pc:chgData name="Nguyen Tuan. Long" userId="e4e93a65-ca82-41ec-92c8-0e4fdb0a72ae" providerId="ADAL" clId="{FD9A6A64-4271-451F-BA17-B8886355BC8E}" dt="2020-10-15T08:35:05.728" v="1049" actId="1037"/>
        <pc:sldMkLst>
          <pc:docMk/>
          <pc:sldMk cId="2643710165" sldId="272"/>
        </pc:sldMkLst>
        <pc:spChg chg="mod">
          <ac:chgData name="Nguyen Tuan. Long" userId="e4e93a65-ca82-41ec-92c8-0e4fdb0a72ae" providerId="ADAL" clId="{FD9A6A64-4271-451F-BA17-B8886355BC8E}" dt="2020-10-15T08:22:30.687" v="871"/>
          <ac:spMkLst>
            <pc:docMk/>
            <pc:sldMk cId="2643710165" sldId="272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08:35:05.728" v="1049" actId="1037"/>
          <ac:spMkLst>
            <pc:docMk/>
            <pc:sldMk cId="2643710165" sldId="272"/>
            <ac:spMk id="4" creationId="{F19861AE-5C9F-471D-AAA9-5DB1F0ADDB56}"/>
          </ac:spMkLst>
        </pc:spChg>
        <pc:spChg chg="add mod">
          <ac:chgData name="Nguyen Tuan. Long" userId="e4e93a65-ca82-41ec-92c8-0e4fdb0a72ae" providerId="ADAL" clId="{FD9A6A64-4271-451F-BA17-B8886355BC8E}" dt="2020-10-15T08:35:01.483" v="1044" actId="1037"/>
          <ac:spMkLst>
            <pc:docMk/>
            <pc:sldMk cId="2643710165" sldId="272"/>
            <ac:spMk id="8" creationId="{F54C756C-1CC3-49BA-B617-14BFE8D58C6D}"/>
          </ac:spMkLst>
        </pc:spChg>
        <pc:spChg chg="mod">
          <ac:chgData name="Nguyen Tuan. Long" userId="e4e93a65-ca82-41ec-92c8-0e4fdb0a72ae" providerId="ADAL" clId="{FD9A6A64-4271-451F-BA17-B8886355BC8E}" dt="2020-10-15T08:30:35.763" v="1036" actId="1035"/>
          <ac:spMkLst>
            <pc:docMk/>
            <pc:sldMk cId="2643710165" sldId="272"/>
            <ac:spMk id="18" creationId="{9E463FC7-E5B3-41E3-B9D9-9DD2DF73CEFA}"/>
          </ac:spMkLst>
        </pc:spChg>
        <pc:spChg chg="mod">
          <ac:chgData name="Nguyen Tuan. Long" userId="e4e93a65-ca82-41ec-92c8-0e4fdb0a72ae" providerId="ADAL" clId="{FD9A6A64-4271-451F-BA17-B8886355BC8E}" dt="2020-10-15T08:28:21.144" v="978" actId="14100"/>
          <ac:spMkLst>
            <pc:docMk/>
            <pc:sldMk cId="2643710165" sldId="272"/>
            <ac:spMk id="20" creationId="{177D35E7-DBB3-4633-AB8E-8C672DAC850B}"/>
          </ac:spMkLst>
        </pc:spChg>
        <pc:spChg chg="mod">
          <ac:chgData name="Nguyen Tuan. Long" userId="e4e93a65-ca82-41ec-92c8-0e4fdb0a72ae" providerId="ADAL" clId="{FD9A6A64-4271-451F-BA17-B8886355BC8E}" dt="2020-10-15T08:30:41.542" v="1038" actId="1036"/>
          <ac:spMkLst>
            <pc:docMk/>
            <pc:sldMk cId="2643710165" sldId="272"/>
            <ac:spMk id="32" creationId="{DD577AAF-53A3-4B08-872C-DC60901E48C7}"/>
          </ac:spMkLst>
        </pc:spChg>
        <pc:spChg chg="mod">
          <ac:chgData name="Nguyen Tuan. Long" userId="e4e93a65-ca82-41ec-92c8-0e4fdb0a72ae" providerId="ADAL" clId="{FD9A6A64-4271-451F-BA17-B8886355BC8E}" dt="2020-10-15T08:30:22.906" v="1031" actId="14100"/>
          <ac:spMkLst>
            <pc:docMk/>
            <pc:sldMk cId="2643710165" sldId="272"/>
            <ac:spMk id="34" creationId="{F121D29F-4BCE-4AA6-A8C9-1BE23834C3EF}"/>
          </ac:spMkLst>
        </pc:spChg>
        <pc:grpChg chg="add mod">
          <ac:chgData name="Nguyen Tuan. Long" userId="e4e93a65-ca82-41ec-92c8-0e4fdb0a72ae" providerId="ADAL" clId="{FD9A6A64-4271-451F-BA17-B8886355BC8E}" dt="2020-10-15T08:25:56.858" v="949" actId="1076"/>
          <ac:grpSpMkLst>
            <pc:docMk/>
            <pc:sldMk cId="2643710165" sldId="272"/>
            <ac:grpSpMk id="17" creationId="{73E77A82-C45A-4829-A496-8C5607D5C932}"/>
          </ac:grpSpMkLst>
        </pc:grpChg>
        <pc:grpChg chg="add mod">
          <ac:chgData name="Nguyen Tuan. Long" userId="e4e93a65-ca82-41ec-92c8-0e4fdb0a72ae" providerId="ADAL" clId="{FD9A6A64-4271-451F-BA17-B8886355BC8E}" dt="2020-10-15T08:29:03.248" v="980" actId="1076"/>
          <ac:grpSpMkLst>
            <pc:docMk/>
            <pc:sldMk cId="2643710165" sldId="272"/>
            <ac:grpSpMk id="31" creationId="{0A9BB9C9-20F2-4EDE-B34D-F6E71733A7E9}"/>
          </ac:grpSpMkLst>
        </pc:grpChg>
        <pc:graphicFrameChg chg="mod modGraphic">
          <ac:chgData name="Nguyen Tuan. Long" userId="e4e93a65-ca82-41ec-92c8-0e4fdb0a72ae" providerId="ADAL" clId="{FD9A6A64-4271-451F-BA17-B8886355BC8E}" dt="2020-10-15T08:25:50.847" v="947" actId="1076"/>
          <ac:graphicFrameMkLst>
            <pc:docMk/>
            <pc:sldMk cId="2643710165" sldId="272"/>
            <ac:graphicFrameMk id="9" creationId="{ABAB513D-8DF0-49EB-AFB1-C9BB4B68ED33}"/>
          </ac:graphicFrameMkLst>
        </pc:graphicFrameChg>
        <pc:picChg chg="add mod">
          <ac:chgData name="Nguyen Tuan. Long" userId="e4e93a65-ca82-41ec-92c8-0e4fdb0a72ae" providerId="ADAL" clId="{FD9A6A64-4271-451F-BA17-B8886355BC8E}" dt="2020-10-15T08:24:53.222" v="936" actId="1076"/>
          <ac:picMkLst>
            <pc:docMk/>
            <pc:sldMk cId="2643710165" sldId="272"/>
            <ac:picMk id="5" creationId="{4C4E773D-B55D-48DE-8310-60BFBC9B93F5}"/>
          </ac:picMkLst>
        </pc:picChg>
        <pc:picChg chg="add del mod">
          <ac:chgData name="Nguyen Tuan. Long" userId="e4e93a65-ca82-41ec-92c8-0e4fdb0a72ae" providerId="ADAL" clId="{FD9A6A64-4271-451F-BA17-B8886355BC8E}" dt="2020-10-15T08:25:43.743" v="946" actId="478"/>
          <ac:picMkLst>
            <pc:docMk/>
            <pc:sldMk cId="2643710165" sldId="272"/>
            <ac:picMk id="7" creationId="{E67D7047-9EDA-4DBE-9A61-92EB7E49AC76}"/>
          </ac:picMkLst>
        </pc:picChg>
        <pc:picChg chg="add del mod">
          <ac:chgData name="Nguyen Tuan. Long" userId="e4e93a65-ca82-41ec-92c8-0e4fdb0a72ae" providerId="ADAL" clId="{FD9A6A64-4271-451F-BA17-B8886355BC8E}" dt="2020-10-15T08:20:06.857" v="861" actId="478"/>
          <ac:picMkLst>
            <pc:docMk/>
            <pc:sldMk cId="2643710165" sldId="272"/>
            <ac:picMk id="10" creationId="{69B83F45-7D96-4441-B480-9789A37CFAE0}"/>
          </ac:picMkLst>
        </pc:picChg>
        <pc:picChg chg="add del mod modCrop">
          <ac:chgData name="Nguyen Tuan. Long" userId="e4e93a65-ca82-41ec-92c8-0e4fdb0a72ae" providerId="ADAL" clId="{FD9A6A64-4271-451F-BA17-B8886355BC8E}" dt="2020-10-15T08:19:09.250" v="839" actId="478"/>
          <ac:picMkLst>
            <pc:docMk/>
            <pc:sldMk cId="2643710165" sldId="272"/>
            <ac:picMk id="12" creationId="{D591BB0D-D3FD-45D6-AA78-42706FAD933D}"/>
          </ac:picMkLst>
        </pc:picChg>
        <pc:picChg chg="add mod">
          <ac:chgData name="Nguyen Tuan. Long" userId="e4e93a65-ca82-41ec-92c8-0e4fdb0a72ae" providerId="ADAL" clId="{FD9A6A64-4271-451F-BA17-B8886355BC8E}" dt="2020-10-15T08:19:20.944" v="857" actId="1037"/>
          <ac:picMkLst>
            <pc:docMk/>
            <pc:sldMk cId="2643710165" sldId="272"/>
            <ac:picMk id="14" creationId="{D3BC9A29-EA17-426B-AA34-72965EA154B2}"/>
          </ac:picMkLst>
        </pc:picChg>
        <pc:picChg chg="add mod">
          <ac:chgData name="Nguyen Tuan. Long" userId="e4e93a65-ca82-41ec-92c8-0e4fdb0a72ae" providerId="ADAL" clId="{FD9A6A64-4271-451F-BA17-B8886355BC8E}" dt="2020-10-15T08:20:39.003" v="867" actId="1076"/>
          <ac:picMkLst>
            <pc:docMk/>
            <pc:sldMk cId="2643710165" sldId="272"/>
            <ac:picMk id="16" creationId="{7B18C92C-9314-441F-B843-BC37FE493921}"/>
          </ac:picMkLst>
        </pc:picChg>
        <pc:cxnChg chg="mod">
          <ac:chgData name="Nguyen Tuan. Long" userId="e4e93a65-ca82-41ec-92c8-0e4fdb0a72ae" providerId="ADAL" clId="{FD9A6A64-4271-451F-BA17-B8886355BC8E}" dt="2020-10-15T08:30:35.763" v="1036" actId="1035"/>
          <ac:cxnSpMkLst>
            <pc:docMk/>
            <pc:sldMk cId="2643710165" sldId="272"/>
            <ac:cxnSpMk id="19" creationId="{F96CDF3C-93CD-4005-BF8D-7C4E75AA9D18}"/>
          </ac:cxnSpMkLst>
        </pc:cxnChg>
        <pc:cxnChg chg="mod">
          <ac:chgData name="Nguyen Tuan. Long" userId="e4e93a65-ca82-41ec-92c8-0e4fdb0a72ae" providerId="ADAL" clId="{FD9A6A64-4271-451F-BA17-B8886355BC8E}" dt="2020-10-15T08:30:41.542" v="1038" actId="1036"/>
          <ac:cxnSpMkLst>
            <pc:docMk/>
            <pc:sldMk cId="2643710165" sldId="272"/>
            <ac:cxnSpMk id="33" creationId="{06ABDAFB-3E58-4F04-8E8F-742CD3A9C466}"/>
          </ac:cxnSpMkLst>
        </pc:cxnChg>
      </pc:sldChg>
      <pc:sldChg chg="addSp">
        <pc:chgData name="Nguyen Tuan. Long" userId="e4e93a65-ca82-41ec-92c8-0e4fdb0a72ae" providerId="ADAL" clId="{FD9A6A64-4271-451F-BA17-B8886355BC8E}" dt="2020-10-15T08:13:14.168" v="773"/>
        <pc:sldMkLst>
          <pc:docMk/>
          <pc:sldMk cId="3111708380" sldId="272"/>
        </pc:sldMkLst>
        <pc:spChg chg="add">
          <ac:chgData name="Nguyen Tuan. Long" userId="e4e93a65-ca82-41ec-92c8-0e4fdb0a72ae" providerId="ADAL" clId="{FD9A6A64-4271-451F-BA17-B8886355BC8E}" dt="2020-10-15T08:13:14.168" v="773"/>
          <ac:spMkLst>
            <pc:docMk/>
            <pc:sldMk cId="3111708380" sldId="272"/>
            <ac:spMk id="2" creationId="{DCEC87B0-8DFD-4DE4-AC91-20AD7D256752}"/>
          </ac:spMkLst>
        </pc:spChg>
      </pc:sldChg>
      <pc:sldChg chg="addSp modSp add mod modAnim">
        <pc:chgData name="Nguyen Tuan. Long" userId="e4e93a65-ca82-41ec-92c8-0e4fdb0a72ae" providerId="ADAL" clId="{FD9A6A64-4271-451F-BA17-B8886355BC8E}" dt="2020-10-15T09:07:47.109" v="1254" actId="14100"/>
        <pc:sldMkLst>
          <pc:docMk/>
          <pc:sldMk cId="2636289666" sldId="273"/>
        </pc:sldMkLst>
        <pc:spChg chg="mod">
          <ac:chgData name="Nguyen Tuan. Long" userId="e4e93a65-ca82-41ec-92c8-0e4fdb0a72ae" providerId="ADAL" clId="{FD9A6A64-4271-451F-BA17-B8886355BC8E}" dt="2020-10-15T08:44:31.012" v="1117"/>
          <ac:spMkLst>
            <pc:docMk/>
            <pc:sldMk cId="2636289666" sldId="273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08:52:51.855" v="1121" actId="14100"/>
          <ac:spMkLst>
            <pc:docMk/>
            <pc:sldMk cId="2636289666" sldId="273"/>
            <ac:spMk id="4" creationId="{F19861AE-5C9F-471D-AAA9-5DB1F0ADDB56}"/>
          </ac:spMkLst>
        </pc:spChg>
        <pc:spChg chg="add mod">
          <ac:chgData name="Nguyen Tuan. Long" userId="e4e93a65-ca82-41ec-92c8-0e4fdb0a72ae" providerId="ADAL" clId="{FD9A6A64-4271-451F-BA17-B8886355BC8E}" dt="2020-10-15T08:54:37.336" v="1143" actId="1035"/>
          <ac:spMkLst>
            <pc:docMk/>
            <pc:sldMk cId="2636289666" sldId="273"/>
            <ac:spMk id="6" creationId="{D35A55BD-FB9A-40E7-A024-AF271C89EEA9}"/>
          </ac:spMkLst>
        </pc:spChg>
        <pc:spChg chg="add mod">
          <ac:chgData name="Nguyen Tuan. Long" userId="e4e93a65-ca82-41ec-92c8-0e4fdb0a72ae" providerId="ADAL" clId="{FD9A6A64-4271-451F-BA17-B8886355BC8E}" dt="2020-10-15T08:57:20.487" v="1248" actId="1582"/>
          <ac:spMkLst>
            <pc:docMk/>
            <pc:sldMk cId="2636289666" sldId="273"/>
            <ac:spMk id="11" creationId="{04D76A5D-E57C-469A-B37D-44EEE71D41B8}"/>
          </ac:spMkLst>
        </pc:spChg>
        <pc:spChg chg="add mod">
          <ac:chgData name="Nguyen Tuan. Long" userId="e4e93a65-ca82-41ec-92c8-0e4fdb0a72ae" providerId="ADAL" clId="{FD9A6A64-4271-451F-BA17-B8886355BC8E}" dt="2020-10-15T09:07:47.109" v="1254" actId="14100"/>
          <ac:spMkLst>
            <pc:docMk/>
            <pc:sldMk cId="2636289666" sldId="273"/>
            <ac:spMk id="13" creationId="{08494AA5-4CD2-485E-932A-94297F393058}"/>
          </ac:spMkLst>
        </pc:spChg>
        <pc:grpChg chg="add mod">
          <ac:chgData name="Nguyen Tuan. Long" userId="e4e93a65-ca82-41ec-92c8-0e4fdb0a72ae" providerId="ADAL" clId="{FD9A6A64-4271-451F-BA17-B8886355BC8E}" dt="2020-10-15T08:57:06.784" v="1247" actId="164"/>
          <ac:grpSpMkLst>
            <pc:docMk/>
            <pc:sldMk cId="2636289666" sldId="273"/>
            <ac:grpSpMk id="16" creationId="{3630BA0B-F31B-4D72-A9A4-B9E10A9CB16D}"/>
          </ac:grpSpMkLst>
        </pc:grpChg>
        <pc:picChg chg="add mod">
          <ac:chgData name="Nguyen Tuan. Long" userId="e4e93a65-ca82-41ec-92c8-0e4fdb0a72ae" providerId="ADAL" clId="{FD9A6A64-4271-451F-BA17-B8886355BC8E}" dt="2020-10-15T08:55:07.230" v="1234" actId="1037"/>
          <ac:picMkLst>
            <pc:docMk/>
            <pc:sldMk cId="2636289666" sldId="273"/>
            <ac:picMk id="5" creationId="{62FB8D6A-2CF5-4553-ABDF-B0B782764259}"/>
          </ac:picMkLst>
        </pc:picChg>
        <pc:picChg chg="add mod">
          <ac:chgData name="Nguyen Tuan. Long" userId="e4e93a65-ca82-41ec-92c8-0e4fdb0a72ae" providerId="ADAL" clId="{FD9A6A64-4271-451F-BA17-B8886355BC8E}" dt="2020-10-15T08:55:07.230" v="1234" actId="1037"/>
          <ac:picMkLst>
            <pc:docMk/>
            <pc:sldMk cId="2636289666" sldId="273"/>
            <ac:picMk id="8" creationId="{C6962B92-53B3-4B90-9B3E-E9B3B2332D97}"/>
          </ac:picMkLst>
        </pc:picChg>
        <pc:picChg chg="add mod">
          <ac:chgData name="Nguyen Tuan. Long" userId="e4e93a65-ca82-41ec-92c8-0e4fdb0a72ae" providerId="ADAL" clId="{FD9A6A64-4271-451F-BA17-B8886355BC8E}" dt="2020-10-15T08:55:07.230" v="1234" actId="1037"/>
          <ac:picMkLst>
            <pc:docMk/>
            <pc:sldMk cId="2636289666" sldId="273"/>
            <ac:picMk id="10" creationId="{DC031723-0888-470C-9419-C622FCA6B053}"/>
          </ac:picMkLst>
        </pc:picChg>
        <pc:cxnChg chg="add mod">
          <ac:chgData name="Nguyen Tuan. Long" userId="e4e93a65-ca82-41ec-92c8-0e4fdb0a72ae" providerId="ADAL" clId="{FD9A6A64-4271-451F-BA17-B8886355BC8E}" dt="2020-10-15T08:57:26.209" v="1249" actId="14100"/>
          <ac:cxnSpMkLst>
            <pc:docMk/>
            <pc:sldMk cId="2636289666" sldId="273"/>
            <ac:cxnSpMk id="15" creationId="{AA4CC453-828D-4234-BE89-9FF36B2B4614}"/>
          </ac:cxnSpMkLst>
        </pc:cxnChg>
      </pc:sldChg>
      <pc:sldChg chg="addSp delSp modSp add mod modAnim">
        <pc:chgData name="Nguyen Tuan. Long" userId="e4e93a65-ca82-41ec-92c8-0e4fdb0a72ae" providerId="ADAL" clId="{FD9A6A64-4271-451F-BA17-B8886355BC8E}" dt="2020-10-15T09:26:09.403" v="1458"/>
        <pc:sldMkLst>
          <pc:docMk/>
          <pc:sldMk cId="1860084407" sldId="274"/>
        </pc:sldMkLst>
        <pc:spChg chg="mod">
          <ac:chgData name="Nguyen Tuan. Long" userId="e4e93a65-ca82-41ec-92c8-0e4fdb0a72ae" providerId="ADAL" clId="{FD9A6A64-4271-451F-BA17-B8886355BC8E}" dt="2020-10-15T09:22:09.479" v="1398"/>
          <ac:spMkLst>
            <pc:docMk/>
            <pc:sldMk cId="1860084407" sldId="274"/>
            <ac:spMk id="4" creationId="{F19861AE-5C9F-471D-AAA9-5DB1F0ADDB56}"/>
          </ac:spMkLst>
        </pc:spChg>
        <pc:picChg chg="add del mod">
          <ac:chgData name="Nguyen Tuan. Long" userId="e4e93a65-ca82-41ec-92c8-0e4fdb0a72ae" providerId="ADAL" clId="{FD9A6A64-4271-451F-BA17-B8886355BC8E}" dt="2020-10-15T09:12:28.874" v="1259" actId="478"/>
          <ac:picMkLst>
            <pc:docMk/>
            <pc:sldMk cId="1860084407" sldId="274"/>
            <ac:picMk id="5" creationId="{A9E37F9D-F469-445D-838C-36552629BFDD}"/>
          </ac:picMkLst>
        </pc:picChg>
        <pc:picChg chg="add del mod">
          <ac:chgData name="Nguyen Tuan. Long" userId="e4e93a65-ca82-41ec-92c8-0e4fdb0a72ae" providerId="ADAL" clId="{FD9A6A64-4271-451F-BA17-B8886355BC8E}" dt="2020-10-15T09:12:30.895" v="1260" actId="478"/>
          <ac:picMkLst>
            <pc:docMk/>
            <pc:sldMk cId="1860084407" sldId="274"/>
            <ac:picMk id="7" creationId="{35917F8C-F3C6-4E5B-A145-A5D9ECF6EBF2}"/>
          </ac:picMkLst>
        </pc:picChg>
        <pc:picChg chg="add del mod">
          <ac:chgData name="Nguyen Tuan. Long" userId="e4e93a65-ca82-41ec-92c8-0e4fdb0a72ae" providerId="ADAL" clId="{FD9A6A64-4271-451F-BA17-B8886355BC8E}" dt="2020-10-15T09:17:29.275" v="1263" actId="478"/>
          <ac:picMkLst>
            <pc:docMk/>
            <pc:sldMk cId="1860084407" sldId="274"/>
            <ac:picMk id="9" creationId="{ECD7E461-AC59-4CF2-A427-9AD539176512}"/>
          </ac:picMkLst>
        </pc:picChg>
        <pc:picChg chg="add mod">
          <ac:chgData name="Nguyen Tuan. Long" userId="e4e93a65-ca82-41ec-92c8-0e4fdb0a72ae" providerId="ADAL" clId="{FD9A6A64-4271-451F-BA17-B8886355BC8E}" dt="2020-10-15T09:21:52.852" v="1397" actId="1037"/>
          <ac:picMkLst>
            <pc:docMk/>
            <pc:sldMk cId="1860084407" sldId="274"/>
            <ac:picMk id="11" creationId="{16F1DE7E-6CD6-41DB-99E5-3BBFB3A0924A}"/>
          </ac:picMkLst>
        </pc:picChg>
        <pc:picChg chg="add mod">
          <ac:chgData name="Nguyen Tuan. Long" userId="e4e93a65-ca82-41ec-92c8-0e4fdb0a72ae" providerId="ADAL" clId="{FD9A6A64-4271-451F-BA17-B8886355BC8E}" dt="2020-10-15T09:21:52.852" v="1397" actId="1037"/>
          <ac:picMkLst>
            <pc:docMk/>
            <pc:sldMk cId="1860084407" sldId="274"/>
            <ac:picMk id="13" creationId="{F15C06F6-FDD6-45E5-AC84-BF1C7DAF4B48}"/>
          </ac:picMkLst>
        </pc:picChg>
        <pc:picChg chg="add del mod">
          <ac:chgData name="Nguyen Tuan. Long" userId="e4e93a65-ca82-41ec-92c8-0e4fdb0a72ae" providerId="ADAL" clId="{FD9A6A64-4271-451F-BA17-B8886355BC8E}" dt="2020-10-15T09:18:54.860" v="1309" actId="478"/>
          <ac:picMkLst>
            <pc:docMk/>
            <pc:sldMk cId="1860084407" sldId="274"/>
            <ac:picMk id="15" creationId="{3064E8A1-3077-47EA-9BD3-12A6851C19C9}"/>
          </ac:picMkLst>
        </pc:picChg>
        <pc:picChg chg="add del mod">
          <ac:chgData name="Nguyen Tuan. Long" userId="e4e93a65-ca82-41ec-92c8-0e4fdb0a72ae" providerId="ADAL" clId="{FD9A6A64-4271-451F-BA17-B8886355BC8E}" dt="2020-10-15T09:20:02.912" v="1362" actId="478"/>
          <ac:picMkLst>
            <pc:docMk/>
            <pc:sldMk cId="1860084407" sldId="274"/>
            <ac:picMk id="17" creationId="{1291ED84-9CD0-40B8-9517-622C30EAC100}"/>
          </ac:picMkLst>
        </pc:picChg>
        <pc:picChg chg="add del mod">
          <ac:chgData name="Nguyen Tuan. Long" userId="e4e93a65-ca82-41ec-92c8-0e4fdb0a72ae" providerId="ADAL" clId="{FD9A6A64-4271-451F-BA17-B8886355BC8E}" dt="2020-10-15T09:21:38.581" v="1371" actId="478"/>
          <ac:picMkLst>
            <pc:docMk/>
            <pc:sldMk cId="1860084407" sldId="274"/>
            <ac:picMk id="19" creationId="{48F908C7-5CF7-4233-8E95-1374002C9345}"/>
          </ac:picMkLst>
        </pc:picChg>
      </pc:sldChg>
      <pc:sldChg chg="addSp delSp modSp add mod modAnim">
        <pc:chgData name="Nguyen Tuan. Long" userId="e4e93a65-ca82-41ec-92c8-0e4fdb0a72ae" providerId="ADAL" clId="{FD9A6A64-4271-451F-BA17-B8886355BC8E}" dt="2020-10-15T09:24:45.125" v="1455"/>
        <pc:sldMkLst>
          <pc:docMk/>
          <pc:sldMk cId="1930288782" sldId="275"/>
        </pc:sldMkLst>
        <pc:spChg chg="del">
          <ac:chgData name="Nguyen Tuan. Long" userId="e4e93a65-ca82-41ec-92c8-0e4fdb0a72ae" providerId="ADAL" clId="{FD9A6A64-4271-451F-BA17-B8886355BC8E}" dt="2020-10-15T09:22:25.907" v="1402" actId="478"/>
          <ac:spMkLst>
            <pc:docMk/>
            <pc:sldMk cId="1930288782" sldId="275"/>
            <ac:spMk id="4" creationId="{F19861AE-5C9F-471D-AAA9-5DB1F0ADDB56}"/>
          </ac:spMkLst>
        </pc:spChg>
        <pc:spChg chg="add del mod">
          <ac:chgData name="Nguyen Tuan. Long" userId="e4e93a65-ca82-41ec-92c8-0e4fdb0a72ae" providerId="ADAL" clId="{FD9A6A64-4271-451F-BA17-B8886355BC8E}" dt="2020-10-15T09:22:28.086" v="1403" actId="478"/>
          <ac:spMkLst>
            <pc:docMk/>
            <pc:sldMk cId="1930288782" sldId="275"/>
            <ac:spMk id="5" creationId="{A59BF528-9095-41D4-98BE-31E8010FC209}"/>
          </ac:spMkLst>
        </pc:spChg>
        <pc:spChg chg="add mod">
          <ac:chgData name="Nguyen Tuan. Long" userId="e4e93a65-ca82-41ec-92c8-0e4fdb0a72ae" providerId="ADAL" clId="{FD9A6A64-4271-451F-BA17-B8886355BC8E}" dt="2020-10-15T09:24:26.161" v="1450" actId="164"/>
          <ac:spMkLst>
            <pc:docMk/>
            <pc:sldMk cId="1930288782" sldId="275"/>
            <ac:spMk id="10" creationId="{8A026208-C676-4E1E-B65B-D70B50CDFDB9}"/>
          </ac:spMkLst>
        </pc:spChg>
        <pc:grpChg chg="add mod">
          <ac:chgData name="Nguyen Tuan. Long" userId="e4e93a65-ca82-41ec-92c8-0e4fdb0a72ae" providerId="ADAL" clId="{FD9A6A64-4271-451F-BA17-B8886355BC8E}" dt="2020-10-15T09:24:28.824" v="1451" actId="1035"/>
          <ac:grpSpMkLst>
            <pc:docMk/>
            <pc:sldMk cId="1930288782" sldId="275"/>
            <ac:grpSpMk id="12" creationId="{88399735-21ED-420C-AE0C-E9971C538489}"/>
          </ac:grpSpMkLst>
        </pc:grpChg>
        <pc:picChg chg="add mod">
          <ac:chgData name="Nguyen Tuan. Long" userId="e4e93a65-ca82-41ec-92c8-0e4fdb0a72ae" providerId="ADAL" clId="{FD9A6A64-4271-451F-BA17-B8886355BC8E}" dt="2020-10-15T09:24:26.161" v="1450" actId="164"/>
          <ac:picMkLst>
            <pc:docMk/>
            <pc:sldMk cId="1930288782" sldId="275"/>
            <ac:picMk id="7" creationId="{A9987117-DC3E-4F8E-8AA2-F3D1FB916168}"/>
          </ac:picMkLst>
        </pc:picChg>
        <pc:picChg chg="add mod">
          <ac:chgData name="Nguyen Tuan. Long" userId="e4e93a65-ca82-41ec-92c8-0e4fdb0a72ae" providerId="ADAL" clId="{FD9A6A64-4271-451F-BA17-B8886355BC8E}" dt="2020-10-15T09:24:34.071" v="1453" actId="1035"/>
          <ac:picMkLst>
            <pc:docMk/>
            <pc:sldMk cId="1930288782" sldId="275"/>
            <ac:picMk id="9" creationId="{51249D8A-20DD-4E69-BFF7-8998B7509B71}"/>
          </ac:picMkLst>
        </pc:picChg>
        <pc:picChg chg="del">
          <ac:chgData name="Nguyen Tuan. Long" userId="e4e93a65-ca82-41ec-92c8-0e4fdb0a72ae" providerId="ADAL" clId="{FD9A6A64-4271-451F-BA17-B8886355BC8E}" dt="2020-10-15T09:22:21.408" v="1401" actId="478"/>
          <ac:picMkLst>
            <pc:docMk/>
            <pc:sldMk cId="1930288782" sldId="275"/>
            <ac:picMk id="11" creationId="{16F1DE7E-6CD6-41DB-99E5-3BBFB3A0924A}"/>
          </ac:picMkLst>
        </pc:picChg>
        <pc:picChg chg="del">
          <ac:chgData name="Nguyen Tuan. Long" userId="e4e93a65-ca82-41ec-92c8-0e4fdb0a72ae" providerId="ADAL" clId="{FD9A6A64-4271-451F-BA17-B8886355BC8E}" dt="2020-10-15T09:22:21.408" v="1401" actId="478"/>
          <ac:picMkLst>
            <pc:docMk/>
            <pc:sldMk cId="1930288782" sldId="275"/>
            <ac:picMk id="13" creationId="{F15C06F6-FDD6-45E5-AC84-BF1C7DAF4B48}"/>
          </ac:picMkLst>
        </pc:picChg>
      </pc:sldChg>
      <pc:sldChg chg="addSp delSp modSp add mod delAnim modAnim">
        <pc:chgData name="Nguyen Tuan. Long" userId="e4e93a65-ca82-41ec-92c8-0e4fdb0a72ae" providerId="ADAL" clId="{FD9A6A64-4271-451F-BA17-B8886355BC8E}" dt="2020-10-15T13:04:08.486" v="1588" actId="20577"/>
        <pc:sldMkLst>
          <pc:docMk/>
          <pc:sldMk cId="389688229" sldId="276"/>
        </pc:sldMkLst>
        <pc:spChg chg="mod">
          <ac:chgData name="Nguyen Tuan. Long" userId="e4e93a65-ca82-41ec-92c8-0e4fdb0a72ae" providerId="ADAL" clId="{FD9A6A64-4271-451F-BA17-B8886355BC8E}" dt="2020-10-15T12:55:56.363" v="1490" actId="5793"/>
          <ac:spMkLst>
            <pc:docMk/>
            <pc:sldMk cId="389688229" sldId="276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13:04:08.486" v="1588" actId="20577"/>
          <ac:spMkLst>
            <pc:docMk/>
            <pc:sldMk cId="389688229" sldId="276"/>
            <ac:spMk id="4" creationId="{F19861AE-5C9F-471D-AAA9-5DB1F0ADDB56}"/>
          </ac:spMkLst>
        </pc:spChg>
        <pc:spChg chg="add del">
          <ac:chgData name="Nguyen Tuan. Long" userId="e4e93a65-ca82-41ec-92c8-0e4fdb0a72ae" providerId="ADAL" clId="{FD9A6A64-4271-451F-BA17-B8886355BC8E}" dt="2020-10-15T12:57:36.698" v="1516" actId="22"/>
          <ac:spMkLst>
            <pc:docMk/>
            <pc:sldMk cId="389688229" sldId="276"/>
            <ac:spMk id="7" creationId="{AB1337AE-C5AA-41F3-ADF9-008DA23D4785}"/>
          </ac:spMkLst>
        </pc:spChg>
        <pc:picChg chg="add del mod">
          <ac:chgData name="Nguyen Tuan. Long" userId="e4e93a65-ca82-41ec-92c8-0e4fdb0a72ae" providerId="ADAL" clId="{FD9A6A64-4271-451F-BA17-B8886355BC8E}" dt="2020-10-15T13:00:27.826" v="1519" actId="478"/>
          <ac:picMkLst>
            <pc:docMk/>
            <pc:sldMk cId="389688229" sldId="276"/>
            <ac:picMk id="8" creationId="{5F6EDC6A-2384-4CB0-849D-40D0995E68C9}"/>
          </ac:picMkLst>
        </pc:picChg>
        <pc:picChg chg="del">
          <ac:chgData name="Nguyen Tuan. Long" userId="e4e93a65-ca82-41ec-92c8-0e4fdb0a72ae" providerId="ADAL" clId="{FD9A6A64-4271-451F-BA17-B8886355BC8E}" dt="2020-10-15T09:26:02.669" v="1456" actId="478"/>
          <ac:picMkLst>
            <pc:docMk/>
            <pc:sldMk cId="389688229" sldId="276"/>
            <ac:picMk id="11" creationId="{16F1DE7E-6CD6-41DB-99E5-3BBFB3A0924A}"/>
          </ac:picMkLst>
        </pc:picChg>
        <pc:picChg chg="del">
          <ac:chgData name="Nguyen Tuan. Long" userId="e4e93a65-ca82-41ec-92c8-0e4fdb0a72ae" providerId="ADAL" clId="{FD9A6A64-4271-451F-BA17-B8886355BC8E}" dt="2020-10-15T09:26:02.669" v="1456" actId="478"/>
          <ac:picMkLst>
            <pc:docMk/>
            <pc:sldMk cId="389688229" sldId="276"/>
            <ac:picMk id="13" creationId="{F15C06F6-FDD6-45E5-AC84-BF1C7DAF4B48}"/>
          </ac:picMkLst>
        </pc:picChg>
      </pc:sldChg>
      <pc:sldChg chg="modSp add mod">
        <pc:chgData name="Nguyen Tuan. Long" userId="e4e93a65-ca82-41ec-92c8-0e4fdb0a72ae" providerId="ADAL" clId="{FD9A6A64-4271-451F-BA17-B8886355BC8E}" dt="2020-10-15T13:05:21.586" v="1616" actId="20577"/>
        <pc:sldMkLst>
          <pc:docMk/>
          <pc:sldMk cId="1774843518" sldId="277"/>
        </pc:sldMkLst>
        <pc:spChg chg="mod">
          <ac:chgData name="Nguyen Tuan. Long" userId="e4e93a65-ca82-41ec-92c8-0e4fdb0a72ae" providerId="ADAL" clId="{FD9A6A64-4271-451F-BA17-B8886355BC8E}" dt="2020-10-15T13:05:03.587" v="1600" actId="20577"/>
          <ac:spMkLst>
            <pc:docMk/>
            <pc:sldMk cId="1774843518" sldId="277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13:05:21.586" v="1616" actId="20577"/>
          <ac:spMkLst>
            <pc:docMk/>
            <pc:sldMk cId="1774843518" sldId="277"/>
            <ac:spMk id="4" creationId="{F19861AE-5C9F-471D-AAA9-5DB1F0ADDB56}"/>
          </ac:spMkLst>
        </pc:spChg>
      </pc:sldChg>
      <pc:sldChg chg="addSp modSp add mod modAnim">
        <pc:chgData name="Nguyen Tuan. Long" userId="e4e93a65-ca82-41ec-92c8-0e4fdb0a72ae" providerId="ADAL" clId="{FD9A6A64-4271-451F-BA17-B8886355BC8E}" dt="2020-10-15T13:51:01.693" v="1682"/>
        <pc:sldMkLst>
          <pc:docMk/>
          <pc:sldMk cId="4093686693" sldId="278"/>
        </pc:sldMkLst>
        <pc:spChg chg="mod">
          <ac:chgData name="Nguyen Tuan. Long" userId="e4e93a65-ca82-41ec-92c8-0e4fdb0a72ae" providerId="ADAL" clId="{FD9A6A64-4271-451F-BA17-B8886355BC8E}" dt="2020-10-15T13:05:34.349" v="1617"/>
          <ac:spMkLst>
            <pc:docMk/>
            <pc:sldMk cId="4093686693" sldId="278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13:42:28.739" v="1625"/>
          <ac:spMkLst>
            <pc:docMk/>
            <pc:sldMk cId="4093686693" sldId="278"/>
            <ac:spMk id="4" creationId="{F19861AE-5C9F-471D-AAA9-5DB1F0ADDB56}"/>
          </ac:spMkLst>
        </pc:spChg>
        <pc:spChg chg="add mod">
          <ac:chgData name="Nguyen Tuan. Long" userId="e4e93a65-ca82-41ec-92c8-0e4fdb0a72ae" providerId="ADAL" clId="{FD9A6A64-4271-451F-BA17-B8886355BC8E}" dt="2020-10-15T13:50:29.782" v="1675" actId="1582"/>
          <ac:spMkLst>
            <pc:docMk/>
            <pc:sldMk cId="4093686693" sldId="278"/>
            <ac:spMk id="15" creationId="{7EEA8519-0D1C-4DBD-9198-85F5A0D98643}"/>
          </ac:spMkLst>
        </pc:spChg>
        <pc:spChg chg="add mod">
          <ac:chgData name="Nguyen Tuan. Long" userId="e4e93a65-ca82-41ec-92c8-0e4fdb0a72ae" providerId="ADAL" clId="{FD9A6A64-4271-451F-BA17-B8886355BC8E}" dt="2020-10-15T13:50:29.782" v="1675" actId="1582"/>
          <ac:spMkLst>
            <pc:docMk/>
            <pc:sldMk cId="4093686693" sldId="278"/>
            <ac:spMk id="16" creationId="{EBDAD583-6CE4-48C2-9001-2D3D7B21B822}"/>
          </ac:spMkLst>
        </pc:spChg>
        <pc:grpChg chg="add mod">
          <ac:chgData name="Nguyen Tuan. Long" userId="e4e93a65-ca82-41ec-92c8-0e4fdb0a72ae" providerId="ADAL" clId="{FD9A6A64-4271-451F-BA17-B8886355BC8E}" dt="2020-10-15T13:50:24.197" v="1674" actId="164"/>
          <ac:grpSpMkLst>
            <pc:docMk/>
            <pc:sldMk cId="4093686693" sldId="278"/>
            <ac:grpSpMk id="21" creationId="{B9B0FC54-5C11-4143-B332-2A51C572DBCC}"/>
          </ac:grpSpMkLst>
        </pc:grpChg>
        <pc:picChg chg="add mod">
          <ac:chgData name="Nguyen Tuan. Long" userId="e4e93a65-ca82-41ec-92c8-0e4fdb0a72ae" providerId="ADAL" clId="{FD9A6A64-4271-451F-BA17-B8886355BC8E}" dt="2020-10-15T13:43:35.112" v="1629" actId="1076"/>
          <ac:picMkLst>
            <pc:docMk/>
            <pc:sldMk cId="4093686693" sldId="278"/>
            <ac:picMk id="5" creationId="{F19CC8BC-64B4-4184-BE95-234A94DD8B8F}"/>
          </ac:picMkLst>
        </pc:picChg>
        <pc:picChg chg="add mod">
          <ac:chgData name="Nguyen Tuan. Long" userId="e4e93a65-ca82-41ec-92c8-0e4fdb0a72ae" providerId="ADAL" clId="{FD9A6A64-4271-451F-BA17-B8886355BC8E}" dt="2020-10-15T13:43:47.118" v="1631" actId="1076"/>
          <ac:picMkLst>
            <pc:docMk/>
            <pc:sldMk cId="4093686693" sldId="278"/>
            <ac:picMk id="7" creationId="{73A1AE74-861A-4BF1-916A-18A3674F963B}"/>
          </ac:picMkLst>
        </pc:picChg>
        <pc:picChg chg="add mod">
          <ac:chgData name="Nguyen Tuan. Long" userId="e4e93a65-ca82-41ec-92c8-0e4fdb0a72ae" providerId="ADAL" clId="{FD9A6A64-4271-451F-BA17-B8886355BC8E}" dt="2020-10-15T13:44:04.158" v="1633" actId="1076"/>
          <ac:picMkLst>
            <pc:docMk/>
            <pc:sldMk cId="4093686693" sldId="278"/>
            <ac:picMk id="9" creationId="{2BEBD22A-6C26-455A-BA2C-1A6C9302E7B5}"/>
          </ac:picMkLst>
        </pc:picChg>
        <pc:picChg chg="add mod">
          <ac:chgData name="Nguyen Tuan. Long" userId="e4e93a65-ca82-41ec-92c8-0e4fdb0a72ae" providerId="ADAL" clId="{FD9A6A64-4271-451F-BA17-B8886355BC8E}" dt="2020-10-15T13:44:23.634" v="1635" actId="1076"/>
          <ac:picMkLst>
            <pc:docMk/>
            <pc:sldMk cId="4093686693" sldId="278"/>
            <ac:picMk id="11" creationId="{1D99D84F-5FF8-43D4-8392-EA54AC70AAE9}"/>
          </ac:picMkLst>
        </pc:picChg>
        <pc:picChg chg="add mod">
          <ac:chgData name="Nguyen Tuan. Long" userId="e4e93a65-ca82-41ec-92c8-0e4fdb0a72ae" providerId="ADAL" clId="{FD9A6A64-4271-451F-BA17-B8886355BC8E}" dt="2020-10-15T13:48:33.711" v="1651" actId="1076"/>
          <ac:picMkLst>
            <pc:docMk/>
            <pc:sldMk cId="4093686693" sldId="278"/>
            <ac:picMk id="13" creationId="{B2BF7671-624C-491B-BAEE-2BD2E3B9B623}"/>
          </ac:picMkLst>
        </pc:picChg>
        <pc:cxnChg chg="add mod">
          <ac:chgData name="Nguyen Tuan. Long" userId="e4e93a65-ca82-41ec-92c8-0e4fdb0a72ae" providerId="ADAL" clId="{FD9A6A64-4271-451F-BA17-B8886355BC8E}" dt="2020-10-15T13:50:29.782" v="1675" actId="1582"/>
          <ac:cxnSpMkLst>
            <pc:docMk/>
            <pc:sldMk cId="4093686693" sldId="278"/>
            <ac:cxnSpMk id="18" creationId="{A0CCCC17-7206-4A2F-8186-73460193C076}"/>
          </ac:cxnSpMkLst>
        </pc:cxnChg>
      </pc:sldChg>
      <pc:sldMasterChg chg="delSldLayout">
        <pc:chgData name="Nguyen Tuan. Long" userId="e4e93a65-ca82-41ec-92c8-0e4fdb0a72ae" providerId="ADAL" clId="{FD9A6A64-4271-451F-BA17-B8886355BC8E}" dt="2020-10-14T14:00:12.399" v="8" actId="47"/>
        <pc:sldMasterMkLst>
          <pc:docMk/>
          <pc:sldMasterMk cId="3244191442" sldId="2147483660"/>
        </pc:sldMasterMkLst>
        <pc:sldLayoutChg chg="del">
          <pc:chgData name="Nguyen Tuan. Long" userId="e4e93a65-ca82-41ec-92c8-0e4fdb0a72ae" providerId="ADAL" clId="{FD9A6A64-4271-451F-BA17-B8886355BC8E}" dt="2020-10-14T14:00:12.399" v="8" actId="47"/>
          <pc:sldLayoutMkLst>
            <pc:docMk/>
            <pc:sldMasterMk cId="3244191442" sldId="2147483660"/>
            <pc:sldLayoutMk cId="2505642284" sldId="2147483673"/>
          </pc:sldLayoutMkLst>
        </pc:sldLayoutChg>
      </pc:sldMasterChg>
    </pc:docChg>
  </pc:docChgLst>
  <pc:docChgLst>
    <pc:chgData name="Nguyen Tuan. Long" userId="e4e93a65-ca82-41ec-92c8-0e4fdb0a72ae" providerId="ADAL" clId="{2EBF77F0-6EB4-482B-8C6A-8301427531FB}"/>
    <pc:docChg chg="modSld">
      <pc:chgData name="Nguyen Tuan. Long" userId="e4e93a65-ca82-41ec-92c8-0e4fdb0a72ae" providerId="ADAL" clId="{2EBF77F0-6EB4-482B-8C6A-8301427531FB}" dt="2022-10-20T10:41:19.750" v="1"/>
      <pc:docMkLst>
        <pc:docMk/>
      </pc:docMkLst>
      <pc:sldChg chg="modAnim">
        <pc:chgData name="Nguyen Tuan. Long" userId="e4e93a65-ca82-41ec-92c8-0e4fdb0a72ae" providerId="ADAL" clId="{2EBF77F0-6EB4-482B-8C6A-8301427531FB}" dt="2022-10-20T10:41:19.750" v="1"/>
        <pc:sldMkLst>
          <pc:docMk/>
          <pc:sldMk cId="2309778063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CE9B6451-C7BC-4987-95D2-17EFB473C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"/>
            <a:ext cx="12191736" cy="6857852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BF602ED1-46E7-461B-A452-6A972A6AD0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3868" y="4791074"/>
            <a:ext cx="9144000" cy="1066801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 dirty="0" err="1"/>
              <a:t>Chương</a:t>
            </a:r>
            <a:r>
              <a:rPr lang="en-US" dirty="0"/>
              <a:t> 1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6BD6364-8A38-47F2-8CC9-7E75488F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3" name="Bảng 4">
            <a:extLst>
              <a:ext uri="{FF2B5EF4-FFF2-40B4-BE49-F238E27FC236}">
                <a16:creationId xmlns:a16="http://schemas.microsoft.com/office/drawing/2014/main" id="{C3A53F34-7F05-4D86-BA99-9731333F7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266517"/>
              </p:ext>
            </p:extLst>
          </p:nvPr>
        </p:nvGraphicFramePr>
        <p:xfrm>
          <a:off x="4520629" y="5669132"/>
          <a:ext cx="426377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544">
                  <a:extLst>
                    <a:ext uri="{9D8B030D-6E8A-4147-A177-3AD203B41FA5}">
                      <a16:colId xmlns:a16="http://schemas.microsoft.com/office/drawing/2014/main" val="1606017521"/>
                    </a:ext>
                  </a:extLst>
                </a:gridCol>
                <a:gridCol w="2969232">
                  <a:extLst>
                    <a:ext uri="{9D8B030D-6E8A-4147-A177-3AD203B41FA5}">
                      <a16:colId xmlns:a16="http://schemas.microsoft.com/office/drawing/2014/main" val="18379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Lecturer: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Nguyen Tuan Long, </a:t>
                      </a:r>
                      <a:r>
                        <a:rPr lang="en-GB" sz="2000" dirty="0" err="1">
                          <a:solidFill>
                            <a:srgbClr val="073851"/>
                          </a:solidFill>
                        </a:rPr>
                        <a:t>Phd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7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Email: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u="none" dirty="0">
                          <a:solidFill>
                            <a:srgbClr val="073851"/>
                          </a:solidFill>
                        </a:rPr>
                        <a:t>ntlong@neu.edu.vn</a:t>
                      </a:r>
                      <a:endParaRPr lang="en-US" sz="2000" u="none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970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Mobile: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0982 746 235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123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8851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D79CAC4-BD1D-493F-9670-DB9780FBD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14" name="Chỗ dành sẵn cho Tiêu đề 15">
            <a:extLst>
              <a:ext uri="{FF2B5EF4-FFF2-40B4-BE49-F238E27FC236}">
                <a16:creationId xmlns:a16="http://schemas.microsoft.com/office/drawing/2014/main" id="{C5D4EA16-6C89-4C02-AC2E-889ECB624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5" name="Chỗ dành sẵn cho Số hiệu Bản chiếu 5">
            <a:extLst>
              <a:ext uri="{FF2B5EF4-FFF2-40B4-BE49-F238E27FC236}">
                <a16:creationId xmlns:a16="http://schemas.microsoft.com/office/drawing/2014/main" id="{1A753AF2-7088-4335-A9DF-7D3571F55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42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724025"/>
            <a:ext cx="11115673" cy="486965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Tiêu đề 4">
            <a:extLst>
              <a:ext uri="{FF2B5EF4-FFF2-40B4-BE49-F238E27FC236}">
                <a16:creationId xmlns:a16="http://schemas.microsoft.com/office/drawing/2014/main" id="{D5B955DD-411E-409E-B649-7E677DA4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7" name="Chỗ dành sẵn cho Văn bản 2">
            <a:extLst>
              <a:ext uri="{FF2B5EF4-FFF2-40B4-BE49-F238E27FC236}">
                <a16:creationId xmlns:a16="http://schemas.microsoft.com/office/drawing/2014/main" id="{0C3482B8-57BD-41F3-994D-13EBE07332E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544511"/>
          </a:xfrm>
        </p:spPr>
        <p:txBody>
          <a:bodyPr>
            <a:norm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9" name="Chỗ dành sẵn cho Số hiệu Bản chiếu 5">
            <a:extLst>
              <a:ext uri="{FF2B5EF4-FFF2-40B4-BE49-F238E27FC236}">
                <a16:creationId xmlns:a16="http://schemas.microsoft.com/office/drawing/2014/main" id="{41E8380C-3141-458C-85E1-AF63FCD6B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28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038225"/>
            <a:ext cx="11115673" cy="5555456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1" name="Chỗ dành sẵn cho Tiêu đề 15">
            <a:extLst>
              <a:ext uri="{FF2B5EF4-FFF2-40B4-BE49-F238E27FC236}">
                <a16:creationId xmlns:a16="http://schemas.microsoft.com/office/drawing/2014/main" id="{A4DFE80C-51A2-4D53-BB00-0A093E4E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2CB2949-DAD7-4EF0-A36A-3D810F97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02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1C08749-6395-4F32-9909-504B626F9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A9BA27-EBFC-4DA7-855F-C3A3C9C28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9" name="Chỗ dành sẵn cho Tiêu đề 15">
            <a:extLst>
              <a:ext uri="{FF2B5EF4-FFF2-40B4-BE49-F238E27FC236}">
                <a16:creationId xmlns:a16="http://schemas.microsoft.com/office/drawing/2014/main" id="{A4240B7C-DEC9-4DDB-B763-5AB7F5A1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7D073651-FED7-4F7C-88AF-2DD7D2DD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34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FDF733FB-4A07-482D-957A-36B5991F4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DFCA923-F333-44FD-B677-F893ED5F5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51F21074-7ED6-4120-B663-B57A489ED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1B3584CC-EAB2-4543-9928-8D2057933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13" name="Chỗ dành sẵn cho Tiêu đề 15">
            <a:extLst>
              <a:ext uri="{FF2B5EF4-FFF2-40B4-BE49-F238E27FC236}">
                <a16:creationId xmlns:a16="http://schemas.microsoft.com/office/drawing/2014/main" id="{E7D3FFCC-3F64-4A93-B16C-988199E7D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BBEF97C9-4C16-4414-8805-A1E1438B0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19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FC8EBD9F-9141-4A98-93F5-C6A5F27B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E0E3AEAC-A348-43EB-B01F-CAAF78602A05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3055541-60E9-46E8-AE8C-2C677C13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3706B3D0-83CF-40FA-8319-7C75EFD0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ỗ dành sẵn cho Tiêu đề 15">
            <a:extLst>
              <a:ext uri="{FF2B5EF4-FFF2-40B4-BE49-F238E27FC236}">
                <a16:creationId xmlns:a16="http://schemas.microsoft.com/office/drawing/2014/main" id="{DA8687FF-FC60-4275-9DE1-BF2E039DF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84326D3A-EBD9-4FF7-B239-D7972914C046}"/>
              </a:ext>
            </a:extLst>
          </p:cNvPr>
          <p:cNvSpPr txBox="1">
            <a:spLocks/>
          </p:cNvSpPr>
          <p:nvPr/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152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Số hiệu Bản chiếu 5">
            <a:extLst>
              <a:ext uri="{FF2B5EF4-FFF2-40B4-BE49-F238E27FC236}">
                <a16:creationId xmlns:a16="http://schemas.microsoft.com/office/drawing/2014/main" id="{96B4CDE5-9799-4BC2-9724-684452F32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057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6619017-1111-4C1D-A0BB-8FC41C4D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F2B9E11-C1BC-40CF-847A-2AF258FFB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4895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7DE9469-C9A2-48BC-A700-3C80BAE31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9374"/>
            <a:ext cx="3932237" cy="38576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</p:spTree>
    <p:extLst>
      <p:ext uri="{BB962C8B-B14F-4D97-AF65-F5344CB8AC3E}">
        <p14:creationId xmlns:p14="http://schemas.microsoft.com/office/powerpoint/2010/main" val="3579422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10F1D3-C0D9-4502-8431-20C28231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345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C7130C2E-C7DC-4748-A465-8CC54EDB2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367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5913A196-18A1-4347-A2E4-52F987000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365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8" name="Chỗ dành sẵn cho Tiêu đề 15">
            <a:extLst>
              <a:ext uri="{FF2B5EF4-FFF2-40B4-BE49-F238E27FC236}">
                <a16:creationId xmlns:a16="http://schemas.microsoft.com/office/drawing/2014/main" id="{9D445EDB-5AF8-4613-86A4-2D424B5ED174}"/>
              </a:ext>
            </a:extLst>
          </p:cNvPr>
          <p:cNvSpPr txBox="1">
            <a:spLocks/>
          </p:cNvSpPr>
          <p:nvPr/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257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203053E-6876-4C94-B9D4-C63ADE8A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2" y="266700"/>
            <a:ext cx="11591928" cy="590550"/>
          </a:xfrm>
          <a:prstGeom prst="rect">
            <a:avLst/>
          </a:prstGeo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D11AB80D-1369-472E-9456-2AC4E280D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0E41F29-71EC-4FD1-A650-C3C3F4B9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E0E3AEAC-A348-43EB-B01F-CAAF78602A05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7EE4063-C779-43AE-B180-0B589967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603DAAA-9F16-4D99-AE16-1A3C484B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958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13ACFB89-F34F-4DE2-AD73-8035347E6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20322DA-7651-402A-A0BB-0D6C40A30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175ABC3-1626-4FAD-B97E-0B3BCD6E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E0E3AEAC-A348-43EB-B01F-CAAF78602A05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B29AA6F-48EE-4DD5-8B29-D70DAAFB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6FEAF35-F2CF-4425-A551-79F0C838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0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CE9B6451-C7BC-4987-95D2-17EFB473C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"/>
            <a:ext cx="12191736" cy="6857852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BF602ED1-46E7-461B-A452-6A972A6AD0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3868" y="4791074"/>
            <a:ext cx="9144000" cy="1066801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 dirty="0" err="1"/>
              <a:t>Chương</a:t>
            </a:r>
            <a:r>
              <a:rPr lang="en-US" dirty="0"/>
              <a:t> 1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6BD6364-8A38-47F2-8CC9-7E75488F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3" name="Bảng 4">
            <a:extLst>
              <a:ext uri="{FF2B5EF4-FFF2-40B4-BE49-F238E27FC236}">
                <a16:creationId xmlns:a16="http://schemas.microsoft.com/office/drawing/2014/main" id="{C3A53F34-7F05-4D86-BA99-9731333F7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219167"/>
              </p:ext>
            </p:extLst>
          </p:nvPr>
        </p:nvGraphicFramePr>
        <p:xfrm>
          <a:off x="4520629" y="5669132"/>
          <a:ext cx="426377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544">
                  <a:extLst>
                    <a:ext uri="{9D8B030D-6E8A-4147-A177-3AD203B41FA5}">
                      <a16:colId xmlns:a16="http://schemas.microsoft.com/office/drawing/2014/main" val="1606017521"/>
                    </a:ext>
                  </a:extLst>
                </a:gridCol>
                <a:gridCol w="2969232">
                  <a:extLst>
                    <a:ext uri="{9D8B030D-6E8A-4147-A177-3AD203B41FA5}">
                      <a16:colId xmlns:a16="http://schemas.microsoft.com/office/drawing/2014/main" val="18379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Lecturer: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Nguyen Tuan Long, </a:t>
                      </a:r>
                      <a:r>
                        <a:rPr lang="en-GB" sz="2000" dirty="0" err="1">
                          <a:solidFill>
                            <a:srgbClr val="073851"/>
                          </a:solidFill>
                        </a:rPr>
                        <a:t>Phd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7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Email: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u="none" dirty="0">
                          <a:solidFill>
                            <a:srgbClr val="073851"/>
                          </a:solidFill>
                        </a:rPr>
                        <a:t>ntlong@neu.edu.vn</a:t>
                      </a:r>
                      <a:endParaRPr lang="en-US" sz="2000" u="none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970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Mobile: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0982 746 235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123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259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D79CAC4-BD1D-493F-9670-DB9780FBD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14" name="Chỗ dành sẵn cho Tiêu đề 15">
            <a:extLst>
              <a:ext uri="{FF2B5EF4-FFF2-40B4-BE49-F238E27FC236}">
                <a16:creationId xmlns:a16="http://schemas.microsoft.com/office/drawing/2014/main" id="{C5D4EA16-6C89-4C02-AC2E-889ECB624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5" name="Chỗ dành sẵn cho Số hiệu Bản chiếu 5">
            <a:extLst>
              <a:ext uri="{FF2B5EF4-FFF2-40B4-BE49-F238E27FC236}">
                <a16:creationId xmlns:a16="http://schemas.microsoft.com/office/drawing/2014/main" id="{1A753AF2-7088-4335-A9DF-7D3571F55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4641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724025"/>
            <a:ext cx="11115673" cy="486965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Tiêu đề 4">
            <a:extLst>
              <a:ext uri="{FF2B5EF4-FFF2-40B4-BE49-F238E27FC236}">
                <a16:creationId xmlns:a16="http://schemas.microsoft.com/office/drawing/2014/main" id="{D5B955DD-411E-409E-B649-7E677DA4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7" name="Chỗ dành sẵn cho Văn bản 2">
            <a:extLst>
              <a:ext uri="{FF2B5EF4-FFF2-40B4-BE49-F238E27FC236}">
                <a16:creationId xmlns:a16="http://schemas.microsoft.com/office/drawing/2014/main" id="{0C3482B8-57BD-41F3-994D-13EBE07332E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544511"/>
          </a:xfrm>
        </p:spPr>
        <p:txBody>
          <a:bodyPr>
            <a:norm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9" name="Chỗ dành sẵn cho Số hiệu Bản chiếu 5">
            <a:extLst>
              <a:ext uri="{FF2B5EF4-FFF2-40B4-BE49-F238E27FC236}">
                <a16:creationId xmlns:a16="http://schemas.microsoft.com/office/drawing/2014/main" id="{41E8380C-3141-458C-85E1-AF63FCD6B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98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038225"/>
            <a:ext cx="11115673" cy="5555456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1" name="Chỗ dành sẵn cho Tiêu đề 15">
            <a:extLst>
              <a:ext uri="{FF2B5EF4-FFF2-40B4-BE49-F238E27FC236}">
                <a16:creationId xmlns:a16="http://schemas.microsoft.com/office/drawing/2014/main" id="{A4DFE80C-51A2-4D53-BB00-0A093E4E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2CB2949-DAD7-4EF0-A36A-3D810F97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984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1C08749-6395-4F32-9909-504B626F9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A9BA27-EBFC-4DA7-855F-C3A3C9C28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9" name="Chỗ dành sẵn cho Tiêu đề 15">
            <a:extLst>
              <a:ext uri="{FF2B5EF4-FFF2-40B4-BE49-F238E27FC236}">
                <a16:creationId xmlns:a16="http://schemas.microsoft.com/office/drawing/2014/main" id="{A4240B7C-DEC9-4DDB-B763-5AB7F5A1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7D073651-FED7-4F7C-88AF-2DD7D2DD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610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FDF733FB-4A07-482D-957A-36B5991F4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DFCA923-F333-44FD-B677-F893ED5F5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51F21074-7ED6-4120-B663-B57A489ED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1B3584CC-EAB2-4543-9928-8D2057933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13" name="Chỗ dành sẵn cho Tiêu đề 15">
            <a:extLst>
              <a:ext uri="{FF2B5EF4-FFF2-40B4-BE49-F238E27FC236}">
                <a16:creationId xmlns:a16="http://schemas.microsoft.com/office/drawing/2014/main" id="{E7D3FFCC-3F64-4A93-B16C-988199E7D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BBEF97C9-4C16-4414-8805-A1E1438B0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2459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FC8EBD9F-9141-4A98-93F5-C6A5F27B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3055541-60E9-46E8-AE8C-2C677C13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3706B3D0-83CF-40FA-8319-7C75EFD0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ỗ dành sẵn cho Tiêu đề 15">
            <a:extLst>
              <a:ext uri="{FF2B5EF4-FFF2-40B4-BE49-F238E27FC236}">
                <a16:creationId xmlns:a16="http://schemas.microsoft.com/office/drawing/2014/main" id="{DA8687FF-FC60-4275-9DE1-BF2E039DF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84326D3A-EBD9-4FF7-B239-D7972914C046}"/>
              </a:ext>
            </a:extLst>
          </p:cNvPr>
          <p:cNvSpPr txBox="1">
            <a:spLocks/>
          </p:cNvSpPr>
          <p:nvPr/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8379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Số hiệu Bản chiếu 5">
            <a:extLst>
              <a:ext uri="{FF2B5EF4-FFF2-40B4-BE49-F238E27FC236}">
                <a16:creationId xmlns:a16="http://schemas.microsoft.com/office/drawing/2014/main" id="{96B4CDE5-9799-4BC2-9724-684452F32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826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6619017-1111-4C1D-A0BB-8FC41C4D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F2B9E11-C1BC-40CF-847A-2AF258FFB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4895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7DE9469-C9A2-48BC-A700-3C80BAE31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9374"/>
            <a:ext cx="3932237" cy="38576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</p:spTree>
    <p:extLst>
      <p:ext uri="{BB962C8B-B14F-4D97-AF65-F5344CB8AC3E}">
        <p14:creationId xmlns:p14="http://schemas.microsoft.com/office/powerpoint/2010/main" val="22769859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10F1D3-C0D9-4502-8431-20C28231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345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C7130C2E-C7DC-4748-A465-8CC54EDB2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367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5913A196-18A1-4347-A2E4-52F987000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365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8" name="Chỗ dành sẵn cho Tiêu đề 15">
            <a:extLst>
              <a:ext uri="{FF2B5EF4-FFF2-40B4-BE49-F238E27FC236}">
                <a16:creationId xmlns:a16="http://schemas.microsoft.com/office/drawing/2014/main" id="{9D445EDB-5AF8-4613-86A4-2D424B5ED174}"/>
              </a:ext>
            </a:extLst>
          </p:cNvPr>
          <p:cNvSpPr txBox="1">
            <a:spLocks/>
          </p:cNvSpPr>
          <p:nvPr/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4187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203053E-6876-4C94-B9D4-C63ADE8A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2" y="266700"/>
            <a:ext cx="11591928" cy="590550"/>
          </a:xfrm>
          <a:prstGeom prst="rect">
            <a:avLst/>
          </a:prstGeo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D11AB80D-1369-472E-9456-2AC4E280D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0E41F29-71EC-4FD1-A650-C3C3F4B9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7EE4063-C779-43AE-B180-0B589967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603DAAA-9F16-4D99-AE16-1A3C484B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356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13ACFB89-F34F-4DE2-AD73-8035347E6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20322DA-7651-402A-A0BB-0D6C40A30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175ABC3-1626-4FAD-B97E-0B3BCD6E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B29AA6F-48EE-4DD5-8B29-D70DAAFB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6FEAF35-F2CF-4425-A551-79F0C838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018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en.wikiversity.org/wiki/Python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hyperlink" Target="https://en.wikiversity.org/wiki/Python" TargetMode="Externa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 descr="Ảnh có chứa sáng, ký hiệu&#10;&#10;Mô tả được tạo tự động">
            <a:extLst>
              <a:ext uri="{FF2B5EF4-FFF2-40B4-BE49-F238E27FC236}">
                <a16:creationId xmlns:a16="http://schemas.microsoft.com/office/drawing/2014/main" id="{81F2C0AD-F747-4695-8A50-2948916B9C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-57150" y="12701"/>
            <a:ext cx="962025" cy="962025"/>
          </a:xfrm>
          <a:prstGeom prst="rect">
            <a:avLst/>
          </a:prstGeom>
        </p:spPr>
      </p:pic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B668D68-D984-48C7-B9B2-9B352F482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974724"/>
            <a:ext cx="11115674" cy="561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</a:p>
          <a:p>
            <a:pPr lvl="3"/>
            <a:r>
              <a:rPr lang="vi-VN" dirty="0" err="1"/>
              <a:t>Mức</a:t>
            </a:r>
            <a:r>
              <a:rPr lang="vi-VN" dirty="0"/>
              <a:t> </a:t>
            </a:r>
            <a:r>
              <a:rPr lang="vi-VN" dirty="0" err="1"/>
              <a:t>bốn</a:t>
            </a:r>
            <a:endParaRPr lang="vi-VN" dirty="0"/>
          </a:p>
          <a:p>
            <a:pPr lvl="4"/>
            <a:r>
              <a:rPr lang="vi-VN" dirty="0" err="1"/>
              <a:t>Mức</a:t>
            </a:r>
            <a:r>
              <a:rPr lang="vi-VN" dirty="0"/>
              <a:t> năm</a:t>
            </a:r>
            <a:endParaRPr lang="en-US" dirty="0"/>
          </a:p>
        </p:txBody>
      </p:sp>
      <p:sp>
        <p:nvSpPr>
          <p:cNvPr id="17" name="Hình chữ nhật: Góc Tròn 16">
            <a:extLst>
              <a:ext uri="{FF2B5EF4-FFF2-40B4-BE49-F238E27FC236}">
                <a16:creationId xmlns:a16="http://schemas.microsoft.com/office/drawing/2014/main" id="{DD3D7CD2-5D2B-4E27-9F2A-19F6A5495757}"/>
              </a:ext>
            </a:extLst>
          </p:cNvPr>
          <p:cNvSpPr/>
          <p:nvPr/>
        </p:nvSpPr>
        <p:spPr>
          <a:xfrm>
            <a:off x="904875" y="228600"/>
            <a:ext cx="10801350" cy="566737"/>
          </a:xfrm>
          <a:prstGeom prst="roundRect">
            <a:avLst/>
          </a:prstGeom>
          <a:solidFill>
            <a:srgbClr val="4A7DA7"/>
          </a:solidFill>
          <a:ln>
            <a:solidFill>
              <a:srgbClr val="FFD3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hỗ dành sẵn cho Tiêu đề 15">
            <a:extLst>
              <a:ext uri="{FF2B5EF4-FFF2-40B4-BE49-F238E27FC236}">
                <a16:creationId xmlns:a16="http://schemas.microsoft.com/office/drawing/2014/main" id="{EB34A0E3-35F5-491B-9F45-728DF883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F5355C64-AD85-4ED1-BD16-FA58530BC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191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 descr="Ảnh có chứa sáng, ký hiệu&#10;&#10;Mô tả được tạo tự động">
            <a:extLst>
              <a:ext uri="{FF2B5EF4-FFF2-40B4-BE49-F238E27FC236}">
                <a16:creationId xmlns:a16="http://schemas.microsoft.com/office/drawing/2014/main" id="{81F2C0AD-F747-4695-8A50-2948916B9C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-57150" y="12701"/>
            <a:ext cx="962025" cy="962025"/>
          </a:xfrm>
          <a:prstGeom prst="rect">
            <a:avLst/>
          </a:prstGeom>
        </p:spPr>
      </p:pic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B668D68-D984-48C7-B9B2-9B352F482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974724"/>
            <a:ext cx="11115674" cy="561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</a:p>
          <a:p>
            <a:pPr lvl="3"/>
            <a:r>
              <a:rPr lang="vi-VN" dirty="0" err="1"/>
              <a:t>Mức</a:t>
            </a:r>
            <a:r>
              <a:rPr lang="vi-VN" dirty="0"/>
              <a:t> </a:t>
            </a:r>
            <a:r>
              <a:rPr lang="vi-VN" dirty="0" err="1"/>
              <a:t>bốn</a:t>
            </a:r>
            <a:endParaRPr lang="vi-VN" dirty="0"/>
          </a:p>
          <a:p>
            <a:pPr lvl="4"/>
            <a:r>
              <a:rPr lang="vi-VN" dirty="0" err="1"/>
              <a:t>Mức</a:t>
            </a:r>
            <a:r>
              <a:rPr lang="vi-VN" dirty="0"/>
              <a:t> năm</a:t>
            </a:r>
            <a:endParaRPr lang="en-US" dirty="0"/>
          </a:p>
        </p:txBody>
      </p:sp>
      <p:sp>
        <p:nvSpPr>
          <p:cNvPr id="17" name="Hình chữ nhật: Góc Tròn 16">
            <a:extLst>
              <a:ext uri="{FF2B5EF4-FFF2-40B4-BE49-F238E27FC236}">
                <a16:creationId xmlns:a16="http://schemas.microsoft.com/office/drawing/2014/main" id="{DD3D7CD2-5D2B-4E27-9F2A-19F6A5495757}"/>
              </a:ext>
            </a:extLst>
          </p:cNvPr>
          <p:cNvSpPr/>
          <p:nvPr/>
        </p:nvSpPr>
        <p:spPr>
          <a:xfrm>
            <a:off x="904875" y="228600"/>
            <a:ext cx="10801350" cy="566737"/>
          </a:xfrm>
          <a:prstGeom prst="roundRect">
            <a:avLst/>
          </a:prstGeom>
          <a:solidFill>
            <a:srgbClr val="4A7DA7"/>
          </a:solidFill>
          <a:ln>
            <a:solidFill>
              <a:srgbClr val="FFD3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hỗ dành sẵn cho Tiêu đề 15">
            <a:extLst>
              <a:ext uri="{FF2B5EF4-FFF2-40B4-BE49-F238E27FC236}">
                <a16:creationId xmlns:a16="http://schemas.microsoft.com/office/drawing/2014/main" id="{EB34A0E3-35F5-491B-9F45-728DF883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F5355C64-AD85-4ED1-BD16-FA58530BC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5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0FE5516-7451-46AD-A1E8-26D02D286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19" y="4626688"/>
            <a:ext cx="12120081" cy="1066801"/>
          </a:xfrm>
        </p:spPr>
        <p:txBody>
          <a:bodyPr/>
          <a:lstStyle/>
          <a:p>
            <a:r>
              <a:rPr lang="en-US" dirty="0"/>
              <a:t>Chapter 2: Functions and classes </a:t>
            </a:r>
          </a:p>
        </p:txBody>
      </p:sp>
    </p:spTree>
    <p:extLst>
      <p:ext uri="{BB962C8B-B14F-4D97-AF65-F5344CB8AC3E}">
        <p14:creationId xmlns:p14="http://schemas.microsoft.com/office/powerpoint/2010/main" val="182923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ỗ dành sẵn cho Nội dung 1">
            <a:extLst>
              <a:ext uri="{FF2B5EF4-FFF2-40B4-BE49-F238E27FC236}">
                <a16:creationId xmlns:a16="http://schemas.microsoft.com/office/drawing/2014/main" id="{5DC21B99-FD41-43AC-B189-6669F46B4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3552" y="1722883"/>
            <a:ext cx="7956479" cy="3568308"/>
          </a:xfrm>
        </p:spPr>
        <p:txBody>
          <a:bodyPr>
            <a:normAutofit/>
          </a:bodyPr>
          <a:lstStyle/>
          <a:p>
            <a:r>
              <a:rPr lang="en-GB" sz="3000" b="1" dirty="0">
                <a:solidFill>
                  <a:schemeClr val="accent1"/>
                </a:solidFill>
              </a:rPr>
              <a:t>Reading from a File</a:t>
            </a:r>
          </a:p>
          <a:p>
            <a:r>
              <a:rPr lang="en-GB" sz="3000" b="1" dirty="0">
                <a:solidFill>
                  <a:schemeClr val="accent1"/>
                </a:solidFill>
              </a:rPr>
              <a:t>Writing to a File</a:t>
            </a:r>
          </a:p>
          <a:p>
            <a:r>
              <a:rPr lang="en-GB" sz="3000" b="1" dirty="0">
                <a:solidFill>
                  <a:schemeClr val="accent1"/>
                </a:solidFill>
              </a:rPr>
              <a:t>Exception</a:t>
            </a:r>
          </a:p>
          <a:p>
            <a:r>
              <a:rPr lang="en-GB" sz="3000" b="1" dirty="0">
                <a:solidFill>
                  <a:schemeClr val="accent1"/>
                </a:solidFill>
              </a:rPr>
              <a:t>Storing Data</a:t>
            </a:r>
          </a:p>
          <a:p>
            <a:endParaRPr lang="en-GB" sz="3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GB" sz="3000" b="1" dirty="0">
              <a:solidFill>
                <a:schemeClr val="accent1"/>
              </a:solidFill>
            </a:endParaRPr>
          </a:p>
          <a:p>
            <a:endParaRPr lang="en-GB" sz="3000" b="1" dirty="0">
              <a:solidFill>
                <a:schemeClr val="accent1"/>
              </a:solidFill>
            </a:endParaRPr>
          </a:p>
        </p:txBody>
      </p:sp>
      <p:sp>
        <p:nvSpPr>
          <p:cNvPr id="11" name="Tiêu đề 3">
            <a:extLst>
              <a:ext uri="{FF2B5EF4-FFF2-40B4-BE49-F238E27FC236}">
                <a16:creationId xmlns:a16="http://schemas.microsoft.com/office/drawing/2014/main" id="{F413AA2B-2D90-4655-837E-D9E3CC06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Chapter 2: Functions and classes</a:t>
            </a:r>
          </a:p>
        </p:txBody>
      </p:sp>
      <p:sp>
        <p:nvSpPr>
          <p:cNvPr id="12" name="Chỗ dành sẵn cho Số hiệu Bản chiếu 8">
            <a:extLst>
              <a:ext uri="{FF2B5EF4-FFF2-40B4-BE49-F238E27FC236}">
                <a16:creationId xmlns:a16="http://schemas.microsoft.com/office/drawing/2014/main" id="{F458D6AC-39FE-4BE4-91C4-195C5B94E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450C42-9A0B-4425-92C2-70FCF7C45734}" type="slidenum"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A7DA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4A7DA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8DCBFF2C-2C51-47AD-942A-27C9869AB267}"/>
              </a:ext>
            </a:extLst>
          </p:cNvPr>
          <p:cNvSpPr txBox="1"/>
          <p:nvPr/>
        </p:nvSpPr>
        <p:spPr>
          <a:xfrm>
            <a:off x="838200" y="1047964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2.3.	File and </a:t>
            </a:r>
            <a:r>
              <a:rPr kumimoji="0" lang="en-GB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Execptions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898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Reading from a File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Reading an Entire File</a:t>
            </a: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2328F1E7-10ED-44E1-9297-4B39AC841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1468436"/>
            <a:ext cx="9086850" cy="2581275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33DCD389-4300-4C14-8519-1495D3D2B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4189409"/>
            <a:ext cx="6600825" cy="809625"/>
          </a:xfrm>
          <a:prstGeom prst="rect">
            <a:avLst/>
          </a:prstGeom>
        </p:spPr>
      </p:pic>
      <p:pic>
        <p:nvPicPr>
          <p:cNvPr id="11" name="Hình ảnh 10">
            <a:extLst>
              <a:ext uri="{FF2B5EF4-FFF2-40B4-BE49-F238E27FC236}">
                <a16:creationId xmlns:a16="http://schemas.microsoft.com/office/drawing/2014/main" id="{E38FBE56-E790-49C9-A488-4B42F792C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5191125"/>
            <a:ext cx="6629400" cy="1485900"/>
          </a:xfrm>
          <a:prstGeom prst="rect">
            <a:avLst/>
          </a:prstGeom>
        </p:spPr>
      </p:pic>
      <p:grpSp>
        <p:nvGrpSpPr>
          <p:cNvPr id="12" name="Nhóm 11">
            <a:extLst>
              <a:ext uri="{FF2B5EF4-FFF2-40B4-BE49-F238E27FC236}">
                <a16:creationId xmlns:a16="http://schemas.microsoft.com/office/drawing/2014/main" id="{9735967D-4A24-431B-8E7B-24312483E5BE}"/>
              </a:ext>
            </a:extLst>
          </p:cNvPr>
          <p:cNvGrpSpPr/>
          <p:nvPr/>
        </p:nvGrpSpPr>
        <p:grpSpPr>
          <a:xfrm>
            <a:off x="2228737" y="3526491"/>
            <a:ext cx="5276963" cy="1110225"/>
            <a:chOff x="2362299" y="867590"/>
            <a:chExt cx="5276963" cy="1110225"/>
          </a:xfrm>
        </p:grpSpPr>
        <p:sp>
          <p:nvSpPr>
            <p:cNvPr id="13" name="Hình chữ nhật: Góc Tròn 12">
              <a:extLst>
                <a:ext uri="{FF2B5EF4-FFF2-40B4-BE49-F238E27FC236}">
                  <a16:creationId xmlns:a16="http://schemas.microsoft.com/office/drawing/2014/main" id="{DBF792EF-C831-4DF3-8977-D1D69705E976}"/>
                </a:ext>
              </a:extLst>
            </p:cNvPr>
            <p:cNvSpPr/>
            <p:nvPr/>
          </p:nvSpPr>
          <p:spPr>
            <a:xfrm>
              <a:off x="2362299" y="1640198"/>
              <a:ext cx="2662505" cy="337617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Đường kết nối: Cong 13">
              <a:extLst>
                <a:ext uri="{FF2B5EF4-FFF2-40B4-BE49-F238E27FC236}">
                  <a16:creationId xmlns:a16="http://schemas.microsoft.com/office/drawing/2014/main" id="{19000759-1862-4984-BDD4-1804555480F1}"/>
                </a:ext>
              </a:extLst>
            </p:cNvPr>
            <p:cNvCxnSpPr>
              <a:cxnSpLocks/>
              <a:stCxn id="13" idx="0"/>
              <a:endCxn id="15" idx="1"/>
            </p:cNvCxnSpPr>
            <p:nvPr/>
          </p:nvCxnSpPr>
          <p:spPr>
            <a:xfrm rot="16200000" flipV="1">
              <a:off x="2989828" y="936473"/>
              <a:ext cx="510998" cy="896451"/>
            </a:xfrm>
            <a:prstGeom prst="curvedConnector4">
              <a:avLst>
                <a:gd name="adj1" fmla="val 24402"/>
                <a:gd name="adj2" fmla="val 174003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Hộp Văn bản 14">
              <a:extLst>
                <a:ext uri="{FF2B5EF4-FFF2-40B4-BE49-F238E27FC236}">
                  <a16:creationId xmlns:a16="http://schemas.microsoft.com/office/drawing/2014/main" id="{F0E37BAA-EA8E-4D50-B900-BB38544E9CBF}"/>
                </a:ext>
              </a:extLst>
            </p:cNvPr>
            <p:cNvSpPr txBox="1"/>
            <p:nvPr/>
          </p:nvSpPr>
          <p:spPr>
            <a:xfrm>
              <a:off x="2797101" y="867590"/>
              <a:ext cx="4842161" cy="52322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2000" b="0" i="0" dirty="0">
                  <a:solidFill>
                    <a:srgbClr val="000000"/>
                  </a:solidFill>
                  <a:effectLst/>
                  <a:latin typeface="NewBaskerville-Roman"/>
                </a:rPr>
                <a:t>returns an object representing </a:t>
              </a:r>
              <a:r>
                <a:rPr lang="en-GB" sz="2000" b="0" i="1" dirty="0">
                  <a:solidFill>
                    <a:srgbClr val="000000"/>
                  </a:solidFill>
                  <a:effectLst/>
                  <a:latin typeface="NewBaskerville-Italic"/>
                </a:rPr>
                <a:t>pi_digits.txt</a:t>
              </a:r>
              <a:r>
                <a:rPr lang="en-GB" sz="2800" dirty="0"/>
                <a:t> </a:t>
              </a:r>
              <a:endParaRPr lang="en-US" sz="2800" dirty="0">
                <a:latin typeface="+mj-lt"/>
              </a:endParaRPr>
            </a:p>
          </p:txBody>
        </p:sp>
      </p:grpSp>
      <p:grpSp>
        <p:nvGrpSpPr>
          <p:cNvPr id="24" name="Nhóm 23">
            <a:extLst>
              <a:ext uri="{FF2B5EF4-FFF2-40B4-BE49-F238E27FC236}">
                <a16:creationId xmlns:a16="http://schemas.microsoft.com/office/drawing/2014/main" id="{EF30068C-B1FB-4B96-B416-2C7D625EE462}"/>
              </a:ext>
            </a:extLst>
          </p:cNvPr>
          <p:cNvGrpSpPr/>
          <p:nvPr/>
        </p:nvGrpSpPr>
        <p:grpSpPr>
          <a:xfrm>
            <a:off x="1570801" y="4189409"/>
            <a:ext cx="10132591" cy="707886"/>
            <a:chOff x="-958142" y="838119"/>
            <a:chExt cx="10132591" cy="707886"/>
          </a:xfrm>
        </p:grpSpPr>
        <p:sp>
          <p:nvSpPr>
            <p:cNvPr id="25" name="Hình chữ nhật: Góc Tròn 24">
              <a:extLst>
                <a:ext uri="{FF2B5EF4-FFF2-40B4-BE49-F238E27FC236}">
                  <a16:creationId xmlns:a16="http://schemas.microsoft.com/office/drawing/2014/main" id="{D5B23E04-203A-43FA-84BE-887E81F9DC38}"/>
                </a:ext>
              </a:extLst>
            </p:cNvPr>
            <p:cNvSpPr/>
            <p:nvPr/>
          </p:nvSpPr>
          <p:spPr>
            <a:xfrm>
              <a:off x="-958142" y="960817"/>
              <a:ext cx="579438" cy="337617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Đường kết nối: Cong 25">
              <a:extLst>
                <a:ext uri="{FF2B5EF4-FFF2-40B4-BE49-F238E27FC236}">
                  <a16:creationId xmlns:a16="http://schemas.microsoft.com/office/drawing/2014/main" id="{168361D2-400F-441C-A081-BA2D01B76B21}"/>
                </a:ext>
              </a:extLst>
            </p:cNvPr>
            <p:cNvCxnSpPr>
              <a:cxnSpLocks/>
              <a:stCxn id="25" idx="2"/>
              <a:endCxn id="27" idx="2"/>
            </p:cNvCxnSpPr>
            <p:nvPr/>
          </p:nvCxnSpPr>
          <p:spPr>
            <a:xfrm rot="16200000" flipH="1">
              <a:off x="3099429" y="-2469419"/>
              <a:ext cx="247571" cy="7783275"/>
            </a:xfrm>
            <a:prstGeom prst="curvedConnector3">
              <a:avLst>
                <a:gd name="adj1" fmla="val 192337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Hộp Văn bản 26">
              <a:extLst>
                <a:ext uri="{FF2B5EF4-FFF2-40B4-BE49-F238E27FC236}">
                  <a16:creationId xmlns:a16="http://schemas.microsoft.com/office/drawing/2014/main" id="{68614602-3200-4BB7-9801-989C18E5B000}"/>
                </a:ext>
              </a:extLst>
            </p:cNvPr>
            <p:cNvSpPr txBox="1"/>
            <p:nvPr/>
          </p:nvSpPr>
          <p:spPr>
            <a:xfrm>
              <a:off x="5055255" y="838119"/>
              <a:ext cx="4119194" cy="707886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just"/>
              <a:r>
                <a:rPr lang="en-GB" sz="2000" b="0" i="0" dirty="0">
                  <a:solidFill>
                    <a:srgbClr val="000000"/>
                  </a:solidFill>
                  <a:effectLst/>
                  <a:latin typeface="NewBaskerville-Roman"/>
                </a:rPr>
                <a:t>The keyword </a:t>
              </a:r>
              <a:r>
                <a:rPr lang="en-GB" sz="2000" b="1" i="0" dirty="0">
                  <a:solidFill>
                    <a:srgbClr val="00B050"/>
                  </a:solidFill>
                  <a:effectLst/>
                  <a:latin typeface="TheSansMonoCondensed-Plain"/>
                </a:rPr>
                <a:t>with</a:t>
              </a:r>
              <a:r>
                <a:rPr lang="en-GB" sz="2000" b="0" i="0" dirty="0">
                  <a:solidFill>
                    <a:srgbClr val="000000"/>
                  </a:solidFill>
                  <a:effectLst/>
                  <a:latin typeface="TheSansMonoCondensed-Plain"/>
                </a:rPr>
                <a:t> </a:t>
              </a:r>
              <a:r>
                <a:rPr lang="en-GB" sz="2000" b="0" i="0" dirty="0">
                  <a:solidFill>
                    <a:srgbClr val="000000"/>
                  </a:solidFill>
                  <a:effectLst/>
                  <a:latin typeface="NewBaskerville-Roman"/>
                </a:rPr>
                <a:t>closes the file once access to it is no longer needed</a:t>
              </a:r>
              <a:endParaRPr lang="en-US" sz="3200" dirty="0">
                <a:latin typeface="+mj-lt"/>
              </a:endParaRPr>
            </a:p>
          </p:txBody>
        </p:sp>
      </p:grpSp>
      <p:grpSp>
        <p:nvGrpSpPr>
          <p:cNvPr id="39" name="Nhóm 38">
            <a:extLst>
              <a:ext uri="{FF2B5EF4-FFF2-40B4-BE49-F238E27FC236}">
                <a16:creationId xmlns:a16="http://schemas.microsoft.com/office/drawing/2014/main" id="{4F0BDB6D-F2A1-420E-9D8D-DFCB55FE3CE8}"/>
              </a:ext>
            </a:extLst>
          </p:cNvPr>
          <p:cNvGrpSpPr/>
          <p:nvPr/>
        </p:nvGrpSpPr>
        <p:grpSpPr>
          <a:xfrm>
            <a:off x="4921812" y="4608365"/>
            <a:ext cx="7006484" cy="1952277"/>
            <a:chOff x="2574227" y="-192135"/>
            <a:chExt cx="7006484" cy="1952277"/>
          </a:xfrm>
        </p:grpSpPr>
        <p:sp>
          <p:nvSpPr>
            <p:cNvPr id="40" name="Hình chữ nhật: Góc Tròn 39">
              <a:extLst>
                <a:ext uri="{FF2B5EF4-FFF2-40B4-BE49-F238E27FC236}">
                  <a16:creationId xmlns:a16="http://schemas.microsoft.com/office/drawing/2014/main" id="{D592E472-2890-4C1C-8E47-203AD78FF30E}"/>
                </a:ext>
              </a:extLst>
            </p:cNvPr>
            <p:cNvSpPr/>
            <p:nvPr/>
          </p:nvSpPr>
          <p:spPr>
            <a:xfrm>
              <a:off x="2574227" y="-192135"/>
              <a:ext cx="765003" cy="259745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Đường kết nối: Cong 40">
              <a:extLst>
                <a:ext uri="{FF2B5EF4-FFF2-40B4-BE49-F238E27FC236}">
                  <a16:creationId xmlns:a16="http://schemas.microsoft.com/office/drawing/2014/main" id="{3FA475DA-F7E6-43E3-BDDC-AC664B83A279}"/>
                </a:ext>
              </a:extLst>
            </p:cNvPr>
            <p:cNvCxnSpPr>
              <a:cxnSpLocks/>
              <a:stCxn id="40" idx="2"/>
              <a:endCxn id="42" idx="0"/>
            </p:cNvCxnSpPr>
            <p:nvPr/>
          </p:nvCxnSpPr>
          <p:spPr>
            <a:xfrm rot="16200000" flipH="1">
              <a:off x="4172827" y="-1148489"/>
              <a:ext cx="799980" cy="3232177"/>
            </a:xfrm>
            <a:prstGeom prst="curved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Hộp Văn bản 41">
              <a:extLst>
                <a:ext uri="{FF2B5EF4-FFF2-40B4-BE49-F238E27FC236}">
                  <a16:creationId xmlns:a16="http://schemas.microsoft.com/office/drawing/2014/main" id="{727E80E6-BB58-424C-9072-ABC9A4643CCB}"/>
                </a:ext>
              </a:extLst>
            </p:cNvPr>
            <p:cNvSpPr txBox="1"/>
            <p:nvPr/>
          </p:nvSpPr>
          <p:spPr>
            <a:xfrm>
              <a:off x="2797100" y="867590"/>
              <a:ext cx="6783611" cy="892552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just"/>
              <a:r>
                <a:rPr lang="en-GB" sz="2400" b="0" i="0" dirty="0">
                  <a:solidFill>
                    <a:srgbClr val="000000"/>
                  </a:solidFill>
                  <a:effectLst/>
                  <a:latin typeface="NewBaskerville-Roman"/>
                </a:rPr>
                <a:t>we use the </a:t>
              </a:r>
              <a:r>
                <a:rPr lang="en-GB" sz="2400" b="0" i="0" dirty="0">
                  <a:solidFill>
                    <a:srgbClr val="000000"/>
                  </a:solidFill>
                  <a:effectLst/>
                  <a:latin typeface="TheSansMonoCondensed-Plain"/>
                </a:rPr>
                <a:t>read() </a:t>
              </a:r>
              <a:r>
                <a:rPr lang="en-GB" sz="2400" b="0" i="0" dirty="0">
                  <a:solidFill>
                    <a:srgbClr val="000000"/>
                  </a:solidFill>
                  <a:effectLst/>
                  <a:latin typeface="NewBaskerville-Roman"/>
                </a:rPr>
                <a:t>method to read the entire contents of the file and store it as one long string in </a:t>
              </a:r>
              <a:r>
                <a:rPr lang="en-GB" sz="2400" b="0" i="0" dirty="0">
                  <a:solidFill>
                    <a:srgbClr val="000000"/>
                  </a:solidFill>
                  <a:effectLst/>
                  <a:latin typeface="TheSansMonoCondensed-Plain"/>
                </a:rPr>
                <a:t>contents</a:t>
              </a:r>
              <a:r>
                <a:rPr lang="en-GB" sz="2800" dirty="0"/>
                <a:t> </a:t>
              </a:r>
              <a:endParaRPr lang="en-US" sz="3600" dirty="0">
                <a:latin typeface="+mj-lt"/>
              </a:endParaRPr>
            </a:p>
          </p:txBody>
        </p:sp>
      </p:grpSp>
      <p:grpSp>
        <p:nvGrpSpPr>
          <p:cNvPr id="59" name="Nhóm 58">
            <a:extLst>
              <a:ext uri="{FF2B5EF4-FFF2-40B4-BE49-F238E27FC236}">
                <a16:creationId xmlns:a16="http://schemas.microsoft.com/office/drawing/2014/main" id="{12F668D5-A30D-4BC3-8500-95DD4403DC63}"/>
              </a:ext>
            </a:extLst>
          </p:cNvPr>
          <p:cNvGrpSpPr/>
          <p:nvPr/>
        </p:nvGrpSpPr>
        <p:grpSpPr>
          <a:xfrm>
            <a:off x="8280971" y="1541124"/>
            <a:ext cx="3739793" cy="1887877"/>
            <a:chOff x="8280971" y="1541124"/>
            <a:chExt cx="3739793" cy="1887877"/>
          </a:xfrm>
        </p:grpSpPr>
        <p:cxnSp>
          <p:nvCxnSpPr>
            <p:cNvPr id="53" name="Đường kết nối: Cong 52">
              <a:extLst>
                <a:ext uri="{FF2B5EF4-FFF2-40B4-BE49-F238E27FC236}">
                  <a16:creationId xmlns:a16="http://schemas.microsoft.com/office/drawing/2014/main" id="{5C0DCABD-031E-41C3-B4E9-987CD5BCE391}"/>
                </a:ext>
              </a:extLst>
            </p:cNvPr>
            <p:cNvCxnSpPr>
              <a:cxnSpLocks/>
              <a:endCxn id="54" idx="1"/>
            </p:cNvCxnSpPr>
            <p:nvPr/>
          </p:nvCxnSpPr>
          <p:spPr>
            <a:xfrm flipV="1">
              <a:off x="8280971" y="1956623"/>
              <a:ext cx="1943965" cy="1472378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Hộp Văn bản 53">
              <a:extLst>
                <a:ext uri="{FF2B5EF4-FFF2-40B4-BE49-F238E27FC236}">
                  <a16:creationId xmlns:a16="http://schemas.microsoft.com/office/drawing/2014/main" id="{5AF26D76-A2CF-4B0C-84E1-4642FF581CAD}"/>
                </a:ext>
              </a:extLst>
            </p:cNvPr>
            <p:cNvSpPr txBox="1"/>
            <p:nvPr/>
          </p:nvSpPr>
          <p:spPr>
            <a:xfrm>
              <a:off x="10224936" y="1541124"/>
              <a:ext cx="1795828" cy="83099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Upload file: </a:t>
              </a:r>
              <a:r>
                <a:rPr lang="en-US" sz="2400" dirty="0">
                  <a:solidFill>
                    <a:srgbClr val="C00000"/>
                  </a:solidFill>
                </a:rPr>
                <a:t>pi_digits.txt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3628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Reading from a File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File Paths</a:t>
            </a: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FCEA9F38-ABE9-4173-9172-A2CB2CB91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853" y="3864937"/>
            <a:ext cx="3762375" cy="1514475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26FD2A1C-3866-437E-8995-6BB118A44B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4331"/>
          <a:stretch/>
        </p:blipFill>
        <p:spPr>
          <a:xfrm>
            <a:off x="691116" y="1533291"/>
            <a:ext cx="4348716" cy="3791415"/>
          </a:xfrm>
          <a:prstGeom prst="rect">
            <a:avLst/>
          </a:prstGeom>
        </p:spPr>
      </p:pic>
      <p:graphicFrame>
        <p:nvGraphicFramePr>
          <p:cNvPr id="8" name="Bảng 7">
            <a:extLst>
              <a:ext uri="{FF2B5EF4-FFF2-40B4-BE49-F238E27FC236}">
                <a16:creationId xmlns:a16="http://schemas.microsoft.com/office/drawing/2014/main" id="{1BB03246-ACF3-4B27-B275-5FA9706CF4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8312657"/>
              </p:ext>
            </p:extLst>
          </p:nvPr>
        </p:nvGraphicFramePr>
        <p:xfrm>
          <a:off x="718805" y="5574055"/>
          <a:ext cx="10754389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54389">
                  <a:extLst>
                    <a:ext uri="{9D8B030D-6E8A-4147-A177-3AD203B41FA5}">
                      <a16:colId xmlns:a16="http://schemas.microsoft.com/office/drawing/2014/main" val="452444887"/>
                    </a:ext>
                  </a:extLst>
                </a:gridCol>
              </a:tblGrid>
              <a:tr h="1104899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 b="1" i="1" u="sng" strike="noStrike" dirty="0">
                          <a:effectLst/>
                        </a:rPr>
                        <a:t>Note</a:t>
                      </a: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 i="1" u="none" strike="noStrike" dirty="0">
                          <a:effectLst/>
                        </a:rPr>
                        <a:t>Windows systems use a backslash (</a:t>
                      </a:r>
                      <a:r>
                        <a:rPr lang="en-GB" sz="2400" i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\</a:t>
                      </a:r>
                      <a:r>
                        <a:rPr lang="en-GB" sz="2400" i="1" u="none" strike="noStrike" dirty="0">
                          <a:effectLst/>
                        </a:rPr>
                        <a:t>) instead of a forward slash (</a:t>
                      </a:r>
                      <a:r>
                        <a:rPr lang="en-GB" sz="2400" i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/</a:t>
                      </a:r>
                      <a:r>
                        <a:rPr lang="en-GB" sz="2400" i="1" u="none" strike="noStrike" dirty="0">
                          <a:effectLst/>
                        </a:rPr>
                        <a:t>) when displaying</a:t>
                      </a:r>
                      <a:br>
                        <a:rPr lang="en-GB" sz="2400" i="1" u="none" strike="noStrike" dirty="0">
                          <a:effectLst/>
                        </a:rPr>
                      </a:br>
                      <a:r>
                        <a:rPr lang="en-GB" sz="2400" i="1" u="none" strike="noStrike" dirty="0">
                          <a:effectLst/>
                        </a:rPr>
                        <a:t>file paths, but you can still use forward slashes in your code.</a:t>
                      </a:r>
                      <a:endParaRPr lang="en-GB" sz="2400" b="0" i="1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50392"/>
                  </a:ext>
                </a:extLst>
              </a:tr>
            </a:tbl>
          </a:graphicData>
        </a:graphic>
      </p:graphicFrame>
      <p:pic>
        <p:nvPicPr>
          <p:cNvPr id="10" name="Hình ảnh 9">
            <a:extLst>
              <a:ext uri="{FF2B5EF4-FFF2-40B4-BE49-F238E27FC236}">
                <a16:creationId xmlns:a16="http://schemas.microsoft.com/office/drawing/2014/main" id="{53EB4B56-9211-403A-AB80-4E517BE91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853" y="2629097"/>
            <a:ext cx="5324475" cy="1047750"/>
          </a:xfrm>
          <a:prstGeom prst="rect">
            <a:avLst/>
          </a:prstGeom>
        </p:spPr>
      </p:pic>
      <p:grpSp>
        <p:nvGrpSpPr>
          <p:cNvPr id="24" name="Nhóm 23">
            <a:extLst>
              <a:ext uri="{FF2B5EF4-FFF2-40B4-BE49-F238E27FC236}">
                <a16:creationId xmlns:a16="http://schemas.microsoft.com/office/drawing/2014/main" id="{50D1C546-92AA-4ECA-977B-1400026A99A6}"/>
              </a:ext>
            </a:extLst>
          </p:cNvPr>
          <p:cNvGrpSpPr/>
          <p:nvPr/>
        </p:nvGrpSpPr>
        <p:grpSpPr>
          <a:xfrm>
            <a:off x="7452658" y="1876638"/>
            <a:ext cx="3898175" cy="1139338"/>
            <a:chOff x="7452658" y="1876638"/>
            <a:chExt cx="3898175" cy="1139338"/>
          </a:xfrm>
        </p:grpSpPr>
        <p:grpSp>
          <p:nvGrpSpPr>
            <p:cNvPr id="11" name="Nhóm 10">
              <a:extLst>
                <a:ext uri="{FF2B5EF4-FFF2-40B4-BE49-F238E27FC236}">
                  <a16:creationId xmlns:a16="http://schemas.microsoft.com/office/drawing/2014/main" id="{5165F1A7-A065-4ADF-9E79-818A0C8F4A53}"/>
                </a:ext>
              </a:extLst>
            </p:cNvPr>
            <p:cNvGrpSpPr/>
            <p:nvPr/>
          </p:nvGrpSpPr>
          <p:grpSpPr>
            <a:xfrm>
              <a:off x="7452658" y="2200488"/>
              <a:ext cx="3898175" cy="815488"/>
              <a:chOff x="4512749" y="1355124"/>
              <a:chExt cx="3898175" cy="815488"/>
            </a:xfrm>
          </p:grpSpPr>
          <p:sp>
            <p:nvSpPr>
              <p:cNvPr id="12" name="Hình chữ nhật: Góc Tròn 11">
                <a:extLst>
                  <a:ext uri="{FF2B5EF4-FFF2-40B4-BE49-F238E27FC236}">
                    <a16:creationId xmlns:a16="http://schemas.microsoft.com/office/drawing/2014/main" id="{47A7163F-8ACC-4456-846A-86F434CCB9C0}"/>
                  </a:ext>
                </a:extLst>
              </p:cNvPr>
              <p:cNvSpPr/>
              <p:nvPr/>
            </p:nvSpPr>
            <p:spPr>
              <a:xfrm>
                <a:off x="4512749" y="1832995"/>
                <a:ext cx="3898175" cy="337617"/>
              </a:xfrm>
              <a:prstGeom prst="roundRect">
                <a:avLst/>
              </a:pr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" name="Đường kết nối: Cong 12">
                <a:extLst>
                  <a:ext uri="{FF2B5EF4-FFF2-40B4-BE49-F238E27FC236}">
                    <a16:creationId xmlns:a16="http://schemas.microsoft.com/office/drawing/2014/main" id="{19A456C6-1CB8-4728-BEE7-70F0EE6FA2D8}"/>
                  </a:ext>
                </a:extLst>
              </p:cNvPr>
              <p:cNvCxnSpPr>
                <a:cxnSpLocks/>
                <a:stCxn id="12" idx="0"/>
                <a:endCxn id="21" idx="2"/>
              </p:cNvCxnSpPr>
              <p:nvPr/>
            </p:nvCxnSpPr>
            <p:spPr>
              <a:xfrm rot="16200000" flipV="1">
                <a:off x="6219300" y="1590458"/>
                <a:ext cx="477871" cy="7204"/>
              </a:xfrm>
              <a:prstGeom prst="curvedConnector3">
                <a:avLst>
                  <a:gd name="adj1" fmla="val 50000"/>
                </a:avLst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1" name="Hình ảnh 20">
              <a:extLst>
                <a:ext uri="{FF2B5EF4-FFF2-40B4-BE49-F238E27FC236}">
                  <a16:creationId xmlns:a16="http://schemas.microsoft.com/office/drawing/2014/main" id="{9F49DB2B-9EF5-47D1-9522-FECE604FA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70504" y="1876638"/>
              <a:ext cx="3648075" cy="32385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08459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Reading from a File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Reading Line by Line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D94BC314-74A4-4537-9094-D12E7D48B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3168453"/>
            <a:ext cx="5143500" cy="1343025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346D1F2B-9EAA-4C4F-91F5-1049D5C29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42157"/>
            <a:ext cx="5133975" cy="1552575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92A93EA3-93AE-4D82-BE80-11D8AA325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" y="4598002"/>
            <a:ext cx="1857375" cy="1485900"/>
          </a:xfrm>
          <a:prstGeom prst="rect">
            <a:avLst/>
          </a:prstGeom>
        </p:spPr>
      </p:pic>
      <p:pic>
        <p:nvPicPr>
          <p:cNvPr id="11" name="Hình ảnh 10">
            <a:extLst>
              <a:ext uri="{FF2B5EF4-FFF2-40B4-BE49-F238E27FC236}">
                <a16:creationId xmlns:a16="http://schemas.microsoft.com/office/drawing/2014/main" id="{108F86B5-A124-4F50-BE79-549D9162AE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999" y="3139129"/>
            <a:ext cx="522922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72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Reading from a File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/>
              <a:t>Making a List of Lines from a File</a:t>
            </a:r>
            <a:endParaRPr lang="en-US" dirty="0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104A8D6E-CBD5-42F4-A919-BAC23ADE4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1417837"/>
            <a:ext cx="6448425" cy="1371600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F1A8EEFF-4CBA-4C72-84F1-4C9B93745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3016237"/>
            <a:ext cx="7267575" cy="409575"/>
          </a:xfrm>
          <a:prstGeom prst="rect">
            <a:avLst/>
          </a:prstGeom>
        </p:spPr>
      </p:pic>
      <p:sp>
        <p:nvSpPr>
          <p:cNvPr id="8" name="Chỗ dành sẵn cho Văn bản 3">
            <a:extLst>
              <a:ext uri="{FF2B5EF4-FFF2-40B4-BE49-F238E27FC236}">
                <a16:creationId xmlns:a16="http://schemas.microsoft.com/office/drawing/2014/main" id="{44C71CC6-5953-4310-9F4C-78431FA61DFE}"/>
              </a:ext>
            </a:extLst>
          </p:cNvPr>
          <p:cNvSpPr txBox="1">
            <a:spLocks/>
          </p:cNvSpPr>
          <p:nvPr/>
        </p:nvSpPr>
        <p:spPr>
          <a:xfrm>
            <a:off x="781050" y="3406030"/>
            <a:ext cx="11115673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Working with a File’s Contents</a:t>
            </a:r>
            <a:endParaRPr lang="en-US" dirty="0"/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F7EFD6C7-417B-4074-A014-359B86549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" y="3972201"/>
            <a:ext cx="6572250" cy="1114425"/>
          </a:xfrm>
          <a:prstGeom prst="rect">
            <a:avLst/>
          </a:prstGeom>
        </p:spPr>
      </p:pic>
      <p:pic>
        <p:nvPicPr>
          <p:cNvPr id="12" name="Hình ảnh 11">
            <a:extLst>
              <a:ext uri="{FF2B5EF4-FFF2-40B4-BE49-F238E27FC236}">
                <a16:creationId xmlns:a16="http://schemas.microsoft.com/office/drawing/2014/main" id="{0F108359-44D2-400B-991C-0B78EDAE79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5199640"/>
            <a:ext cx="6591300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15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Reading from a File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Large Files: One Million Digits</a:t>
            </a:r>
          </a:p>
        </p:txBody>
      </p:sp>
      <p:grpSp>
        <p:nvGrpSpPr>
          <p:cNvPr id="7" name="Nhóm 6">
            <a:extLst>
              <a:ext uri="{FF2B5EF4-FFF2-40B4-BE49-F238E27FC236}">
                <a16:creationId xmlns:a16="http://schemas.microsoft.com/office/drawing/2014/main" id="{391DF231-580B-457E-A92F-967ECB667E68}"/>
              </a:ext>
            </a:extLst>
          </p:cNvPr>
          <p:cNvGrpSpPr/>
          <p:nvPr/>
        </p:nvGrpSpPr>
        <p:grpSpPr>
          <a:xfrm>
            <a:off x="657227" y="1434900"/>
            <a:ext cx="7000875" cy="2876550"/>
            <a:chOff x="1804452" y="1661952"/>
            <a:chExt cx="7000875" cy="2876550"/>
          </a:xfrm>
        </p:grpSpPr>
        <p:pic>
          <p:nvPicPr>
            <p:cNvPr id="5" name="Hình ảnh 4">
              <a:extLst>
                <a:ext uri="{FF2B5EF4-FFF2-40B4-BE49-F238E27FC236}">
                  <a16:creationId xmlns:a16="http://schemas.microsoft.com/office/drawing/2014/main" id="{9A7CFD75-9181-49EE-9B5A-A47161D78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4452" y="1661952"/>
              <a:ext cx="7000875" cy="2876550"/>
            </a:xfrm>
            <a:prstGeom prst="rect">
              <a:avLst/>
            </a:prstGeom>
          </p:spPr>
        </p:pic>
        <p:sp>
          <p:nvSpPr>
            <p:cNvPr id="6" name="Hình chữ nhật 5">
              <a:extLst>
                <a:ext uri="{FF2B5EF4-FFF2-40B4-BE49-F238E27FC236}">
                  <a16:creationId xmlns:a16="http://schemas.microsoft.com/office/drawing/2014/main" id="{E75093DD-27A8-47A6-9F54-BA5182FBC393}"/>
                </a:ext>
              </a:extLst>
            </p:cNvPr>
            <p:cNvSpPr/>
            <p:nvPr/>
          </p:nvSpPr>
          <p:spPr>
            <a:xfrm>
              <a:off x="1804452" y="2095928"/>
              <a:ext cx="7000875" cy="1912546"/>
            </a:xfrm>
            <a:prstGeom prst="rect">
              <a:avLst/>
            </a:prstGeom>
            <a:solidFill>
              <a:srgbClr val="F7F7F7">
                <a:alpha val="6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Chỗ dành sẵn cho Văn bản 3">
            <a:extLst>
              <a:ext uri="{FF2B5EF4-FFF2-40B4-BE49-F238E27FC236}">
                <a16:creationId xmlns:a16="http://schemas.microsoft.com/office/drawing/2014/main" id="{D955699E-B4EB-44EA-A454-272C5A885997}"/>
              </a:ext>
            </a:extLst>
          </p:cNvPr>
          <p:cNvSpPr txBox="1">
            <a:spLocks/>
          </p:cNvSpPr>
          <p:nvPr/>
        </p:nvSpPr>
        <p:spPr>
          <a:xfrm>
            <a:off x="657227" y="4358153"/>
            <a:ext cx="11115673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Is Your Birthday Contained in Pi?</a:t>
            </a:r>
            <a:endParaRPr lang="en-US" dirty="0"/>
          </a:p>
        </p:txBody>
      </p:sp>
      <p:pic>
        <p:nvPicPr>
          <p:cNvPr id="14" name="Hình ảnh 13">
            <a:extLst>
              <a:ext uri="{FF2B5EF4-FFF2-40B4-BE49-F238E27FC236}">
                <a16:creationId xmlns:a16="http://schemas.microsoft.com/office/drawing/2014/main" id="{AB357109-A434-4496-A9B5-217E438AB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25" y="1434900"/>
            <a:ext cx="4333875" cy="590550"/>
          </a:xfrm>
          <a:prstGeom prst="rect">
            <a:avLst/>
          </a:prstGeom>
        </p:spPr>
      </p:pic>
      <p:pic>
        <p:nvPicPr>
          <p:cNvPr id="16" name="Hình ảnh 15">
            <a:extLst>
              <a:ext uri="{FF2B5EF4-FFF2-40B4-BE49-F238E27FC236}">
                <a16:creationId xmlns:a16="http://schemas.microsoft.com/office/drawing/2014/main" id="{02A75CA1-6853-40DC-B718-2EF524E8E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7" y="4888181"/>
            <a:ext cx="10544175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78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Practice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10-1,10-2</a:t>
            </a:r>
          </a:p>
        </p:txBody>
      </p:sp>
    </p:spTree>
    <p:extLst>
      <p:ext uri="{BB962C8B-B14F-4D97-AF65-F5344CB8AC3E}">
        <p14:creationId xmlns:p14="http://schemas.microsoft.com/office/powerpoint/2010/main" val="184234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Writing to a File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39181" y="923925"/>
            <a:ext cx="11115673" cy="544511"/>
          </a:xfrm>
        </p:spPr>
        <p:txBody>
          <a:bodyPr/>
          <a:lstStyle/>
          <a:p>
            <a:r>
              <a:rPr lang="en-US" dirty="0"/>
              <a:t>Reading an Entire File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4C4E773D-B55D-48DE-8310-60BFBC9B9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1" y="1759560"/>
            <a:ext cx="6619875" cy="1295400"/>
          </a:xfrm>
          <a:prstGeom prst="rect">
            <a:avLst/>
          </a:prstGeom>
        </p:spPr>
      </p:pic>
      <p:sp>
        <p:nvSpPr>
          <p:cNvPr id="8" name="Chỗ dành sẵn cho Văn bản 3">
            <a:extLst>
              <a:ext uri="{FF2B5EF4-FFF2-40B4-BE49-F238E27FC236}">
                <a16:creationId xmlns:a16="http://schemas.microsoft.com/office/drawing/2014/main" id="{F54C756C-1CC3-49BA-B617-14BFE8D58C6D}"/>
              </a:ext>
            </a:extLst>
          </p:cNvPr>
          <p:cNvSpPr txBox="1">
            <a:spLocks/>
          </p:cNvSpPr>
          <p:nvPr/>
        </p:nvSpPr>
        <p:spPr>
          <a:xfrm>
            <a:off x="528907" y="3775834"/>
            <a:ext cx="11115673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Writing Multiple Lines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EC87B0-8DFD-4DE4-AC91-20AD7D256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Bảng 8">
            <a:extLst>
              <a:ext uri="{FF2B5EF4-FFF2-40B4-BE49-F238E27FC236}">
                <a16:creationId xmlns:a16="http://schemas.microsoft.com/office/drawing/2014/main" id="{ABAB513D-8DF0-49EB-AFB1-C9BB4B68ED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56300"/>
              </p:ext>
            </p:extLst>
          </p:nvPr>
        </p:nvGraphicFramePr>
        <p:xfrm>
          <a:off x="7259968" y="2141319"/>
          <a:ext cx="4482262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82262">
                  <a:extLst>
                    <a:ext uri="{9D8B030D-6E8A-4147-A177-3AD203B41FA5}">
                      <a16:colId xmlns:a16="http://schemas.microsoft.com/office/drawing/2014/main" val="325991142"/>
                    </a:ext>
                  </a:extLst>
                </a:gridCol>
              </a:tblGrid>
              <a:tr h="1952556">
                <a:tc>
                  <a:txBody>
                    <a:bodyPr/>
                    <a:lstStyle/>
                    <a:p>
                      <a:pPr algn="just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 b="1" u="none" strike="noStrike" dirty="0">
                          <a:effectLst/>
                        </a:rPr>
                        <a:t>Note: </a:t>
                      </a:r>
                      <a:r>
                        <a:rPr lang="en-GB" sz="2400" u="none" strike="noStrike" dirty="0">
                          <a:effectLst/>
                        </a:rPr>
                        <a:t>Python can only write strings to a text file. If you want to store numerical data in a text file, you’ll have to convert the data to string format first using the </a:t>
                      </a:r>
                      <a:r>
                        <a:rPr lang="en-GB" sz="2000" u="none" strike="noStrike" dirty="0">
                          <a:effectLst/>
                        </a:rPr>
                        <a:t>str() </a:t>
                      </a:r>
                      <a:r>
                        <a:rPr lang="en-GB" sz="2400" u="none" strike="noStrike" dirty="0">
                          <a:effectLst/>
                        </a:rPr>
                        <a:t>function</a:t>
                      </a:r>
                      <a:endParaRPr lang="en-GB" sz="4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734399"/>
                  </a:ext>
                </a:extLst>
              </a:tr>
            </a:tbl>
          </a:graphicData>
        </a:graphic>
      </p:graphicFrame>
      <p:pic>
        <p:nvPicPr>
          <p:cNvPr id="14" name="Hình ảnh 13">
            <a:extLst>
              <a:ext uri="{FF2B5EF4-FFF2-40B4-BE49-F238E27FC236}">
                <a16:creationId xmlns:a16="http://schemas.microsoft.com/office/drawing/2014/main" id="{D3BC9A29-EA17-426B-AA34-72965EA15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318" y="4432296"/>
            <a:ext cx="3895725" cy="1609725"/>
          </a:xfrm>
          <a:prstGeom prst="rect">
            <a:avLst/>
          </a:prstGeom>
        </p:spPr>
      </p:pic>
      <p:pic>
        <p:nvPicPr>
          <p:cNvPr id="16" name="Hình ảnh 15">
            <a:extLst>
              <a:ext uri="{FF2B5EF4-FFF2-40B4-BE49-F238E27FC236}">
                <a16:creationId xmlns:a16="http://schemas.microsoft.com/office/drawing/2014/main" id="{7B18C92C-9314-441F-B843-BC37FE493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1" y="4499734"/>
            <a:ext cx="7467600" cy="1562100"/>
          </a:xfrm>
          <a:prstGeom prst="rect">
            <a:avLst/>
          </a:prstGeom>
        </p:spPr>
      </p:pic>
      <p:grpSp>
        <p:nvGrpSpPr>
          <p:cNvPr id="17" name="Nhóm 16">
            <a:extLst>
              <a:ext uri="{FF2B5EF4-FFF2-40B4-BE49-F238E27FC236}">
                <a16:creationId xmlns:a16="http://schemas.microsoft.com/office/drawing/2014/main" id="{73E77A82-C45A-4829-A496-8C5607D5C932}"/>
              </a:ext>
            </a:extLst>
          </p:cNvPr>
          <p:cNvGrpSpPr/>
          <p:nvPr/>
        </p:nvGrpSpPr>
        <p:grpSpPr>
          <a:xfrm>
            <a:off x="3747223" y="864278"/>
            <a:ext cx="6369478" cy="1813554"/>
            <a:chOff x="3328334" y="335151"/>
            <a:chExt cx="6369478" cy="1813554"/>
          </a:xfrm>
        </p:grpSpPr>
        <p:sp>
          <p:nvSpPr>
            <p:cNvPr id="18" name="Hình chữ nhật: Góc Tròn 17">
              <a:extLst>
                <a:ext uri="{FF2B5EF4-FFF2-40B4-BE49-F238E27FC236}">
                  <a16:creationId xmlns:a16="http://schemas.microsoft.com/office/drawing/2014/main" id="{9E463FC7-E5B3-41E3-B9D9-9DD2DF73CEFA}"/>
                </a:ext>
              </a:extLst>
            </p:cNvPr>
            <p:cNvSpPr/>
            <p:nvPr/>
          </p:nvSpPr>
          <p:spPr>
            <a:xfrm>
              <a:off x="3328334" y="1841780"/>
              <a:ext cx="327078" cy="306925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Đường kết nối: Cong 18">
              <a:extLst>
                <a:ext uri="{FF2B5EF4-FFF2-40B4-BE49-F238E27FC236}">
                  <a16:creationId xmlns:a16="http://schemas.microsoft.com/office/drawing/2014/main" id="{F96CDF3C-93CD-4005-BF8D-7C4E75AA9D18}"/>
                </a:ext>
              </a:extLst>
            </p:cNvPr>
            <p:cNvCxnSpPr>
              <a:cxnSpLocks/>
              <a:stCxn id="18" idx="0"/>
              <a:endCxn id="20" idx="1"/>
            </p:cNvCxnSpPr>
            <p:nvPr/>
          </p:nvCxnSpPr>
          <p:spPr>
            <a:xfrm rot="5400000" flipH="1" flipV="1">
              <a:off x="4728633" y="-270666"/>
              <a:ext cx="875687" cy="3349206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Hộp Văn bản 19">
              <a:extLst>
                <a:ext uri="{FF2B5EF4-FFF2-40B4-BE49-F238E27FC236}">
                  <a16:creationId xmlns:a16="http://schemas.microsoft.com/office/drawing/2014/main" id="{177D35E7-DBB3-4633-AB8E-8C672DAC850B}"/>
                </a:ext>
              </a:extLst>
            </p:cNvPr>
            <p:cNvSpPr txBox="1"/>
            <p:nvPr/>
          </p:nvSpPr>
          <p:spPr>
            <a:xfrm>
              <a:off x="6841079" y="335151"/>
              <a:ext cx="2856733" cy="12618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b="0" i="1" dirty="0">
                  <a:solidFill>
                    <a:srgbClr val="000000"/>
                  </a:solidFill>
                  <a:effectLst/>
                  <a:latin typeface="NewBaskerville-Italic"/>
                </a:rPr>
                <a:t>write mode </a:t>
              </a:r>
              <a:r>
                <a:rPr lang="en-US" sz="2400" b="0" i="0" dirty="0">
                  <a:solidFill>
                    <a:srgbClr val="000000"/>
                  </a:solidFill>
                  <a:effectLst/>
                  <a:latin typeface="NewBaskerville-Roman"/>
                </a:rPr>
                <a:t>(</a:t>
              </a:r>
              <a:r>
                <a:rPr lang="en-US" sz="2400" b="0" i="0" dirty="0">
                  <a:solidFill>
                    <a:srgbClr val="FF0000"/>
                  </a:solidFill>
                  <a:effectLst/>
                  <a:latin typeface="TheSansMonoCondensed-Plain"/>
                </a:rPr>
                <a:t>‘w’</a:t>
              </a:r>
              <a:r>
                <a:rPr lang="en-US" sz="2400" b="0" i="0" dirty="0">
                  <a:solidFill>
                    <a:srgbClr val="000000"/>
                  </a:solidFill>
                  <a:effectLst/>
                  <a:latin typeface="TheSansMonoCondensed-Plain"/>
                </a:rPr>
                <a:t>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b="0" i="1" dirty="0">
                  <a:solidFill>
                    <a:srgbClr val="000000"/>
                  </a:solidFill>
                  <a:effectLst/>
                  <a:latin typeface="NewBaskerville-Italic"/>
                </a:rPr>
                <a:t>append mode </a:t>
              </a:r>
              <a:r>
                <a:rPr lang="en-US" sz="2400" b="0" i="0" dirty="0">
                  <a:solidFill>
                    <a:srgbClr val="000000"/>
                  </a:solidFill>
                  <a:effectLst/>
                  <a:latin typeface="NewBaskerville-Roman"/>
                </a:rPr>
                <a:t>(</a:t>
              </a:r>
              <a:r>
                <a:rPr lang="en-US" sz="2400" b="0" i="0" dirty="0">
                  <a:solidFill>
                    <a:srgbClr val="FF0000"/>
                  </a:solidFill>
                  <a:effectLst/>
                  <a:latin typeface="TheSansMonoCondensed-Plain"/>
                </a:rPr>
                <a:t>'a’</a:t>
              </a:r>
              <a:r>
                <a:rPr lang="en-US" sz="2400" b="0" i="0" dirty="0">
                  <a:solidFill>
                    <a:srgbClr val="000000"/>
                  </a:solidFill>
                  <a:effectLst/>
                  <a:latin typeface="NewBaskerville-Roman"/>
                </a:rPr>
                <a:t>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b="0" i="1" dirty="0">
                  <a:solidFill>
                    <a:srgbClr val="000000"/>
                  </a:solidFill>
                  <a:effectLst/>
                  <a:latin typeface="NewBaskerville-Italic"/>
                </a:rPr>
                <a:t>read mode </a:t>
              </a:r>
              <a:r>
                <a:rPr lang="en-US" sz="2400" b="0" i="0" dirty="0">
                  <a:solidFill>
                    <a:srgbClr val="000000"/>
                  </a:solidFill>
                  <a:effectLst/>
                  <a:latin typeface="NewBaskerville-Roman"/>
                </a:rPr>
                <a:t>(</a:t>
              </a:r>
              <a:r>
                <a:rPr lang="en-US" sz="2400" b="0" i="0" dirty="0">
                  <a:solidFill>
                    <a:srgbClr val="FF0000"/>
                  </a:solidFill>
                  <a:effectLst/>
                  <a:latin typeface="TheSansMonoCondensed-Plain"/>
                </a:rPr>
                <a:t>'r'</a:t>
              </a:r>
              <a:r>
                <a:rPr lang="en-US" sz="2400" b="0" i="0" dirty="0">
                  <a:solidFill>
                    <a:srgbClr val="000000"/>
                  </a:solidFill>
                  <a:effectLst/>
                  <a:latin typeface="NewBaskerville-Roman"/>
                </a:rPr>
                <a:t>)</a:t>
              </a:r>
              <a:r>
                <a:rPr lang="en-US" sz="2800" dirty="0"/>
                <a:t> </a:t>
              </a:r>
              <a:endParaRPr lang="en-US" sz="3600" dirty="0">
                <a:latin typeface="+mj-lt"/>
              </a:endParaRPr>
            </a:p>
          </p:txBody>
        </p:sp>
      </p:grpSp>
      <p:grpSp>
        <p:nvGrpSpPr>
          <p:cNvPr id="31" name="Nhóm 30">
            <a:extLst>
              <a:ext uri="{FF2B5EF4-FFF2-40B4-BE49-F238E27FC236}">
                <a16:creationId xmlns:a16="http://schemas.microsoft.com/office/drawing/2014/main" id="{0A9BB9C9-20F2-4EDE-B34D-F6E71733A7E9}"/>
              </a:ext>
            </a:extLst>
          </p:cNvPr>
          <p:cNvGrpSpPr/>
          <p:nvPr/>
        </p:nvGrpSpPr>
        <p:grpSpPr>
          <a:xfrm>
            <a:off x="3335767" y="2720607"/>
            <a:ext cx="3913456" cy="1626313"/>
            <a:chOff x="6075424" y="22003"/>
            <a:chExt cx="3913456" cy="1626313"/>
          </a:xfrm>
        </p:grpSpPr>
        <p:sp>
          <p:nvSpPr>
            <p:cNvPr id="32" name="Hình chữ nhật: Góc Tròn 31">
              <a:extLst>
                <a:ext uri="{FF2B5EF4-FFF2-40B4-BE49-F238E27FC236}">
                  <a16:creationId xmlns:a16="http://schemas.microsoft.com/office/drawing/2014/main" id="{DD577AAF-53A3-4B08-872C-DC60901E48C7}"/>
                </a:ext>
              </a:extLst>
            </p:cNvPr>
            <p:cNvSpPr/>
            <p:nvPr/>
          </p:nvSpPr>
          <p:spPr>
            <a:xfrm>
              <a:off x="6075424" y="22003"/>
              <a:ext cx="701122" cy="306925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Đường kết nối: Cong 32">
              <a:extLst>
                <a:ext uri="{FF2B5EF4-FFF2-40B4-BE49-F238E27FC236}">
                  <a16:creationId xmlns:a16="http://schemas.microsoft.com/office/drawing/2014/main" id="{06ABDAFB-3E58-4F04-8E8F-742CD3A9C466}"/>
                </a:ext>
              </a:extLst>
            </p:cNvPr>
            <p:cNvCxnSpPr>
              <a:cxnSpLocks/>
              <a:stCxn id="32" idx="2"/>
              <a:endCxn id="34" idx="1"/>
            </p:cNvCxnSpPr>
            <p:nvPr/>
          </p:nvCxnSpPr>
          <p:spPr>
            <a:xfrm rot="16200000" flipH="1">
              <a:off x="6335520" y="419393"/>
              <a:ext cx="657669" cy="476738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Hộp Văn bản 33">
              <a:extLst>
                <a:ext uri="{FF2B5EF4-FFF2-40B4-BE49-F238E27FC236}">
                  <a16:creationId xmlns:a16="http://schemas.microsoft.com/office/drawing/2014/main" id="{F121D29F-4BCE-4AA6-A8C9-1BE23834C3EF}"/>
                </a:ext>
              </a:extLst>
            </p:cNvPr>
            <p:cNvSpPr txBox="1"/>
            <p:nvPr/>
          </p:nvSpPr>
          <p:spPr>
            <a:xfrm>
              <a:off x="6902723" y="324877"/>
              <a:ext cx="3086157" cy="1323439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sz="2400" b="0" i="0" dirty="0">
                  <a:solidFill>
                    <a:srgbClr val="000000"/>
                  </a:solidFill>
                  <a:effectLst/>
                  <a:latin typeface="NewBaskerville-Roman"/>
                </a:rPr>
                <a:t>the </a:t>
              </a:r>
              <a:r>
                <a:rPr lang="en-GB" sz="2400" b="0" i="0" dirty="0">
                  <a:solidFill>
                    <a:srgbClr val="000000"/>
                  </a:solidFill>
                  <a:effectLst/>
                  <a:latin typeface="TheSansMonoCondensed-Plain"/>
                </a:rPr>
                <a:t>write() </a:t>
              </a:r>
              <a:r>
                <a:rPr lang="en-GB" sz="2400" b="0" i="0" dirty="0">
                  <a:solidFill>
                    <a:srgbClr val="000000"/>
                  </a:solidFill>
                  <a:effectLst/>
                  <a:latin typeface="NewBaskerville-Roman"/>
                </a:rPr>
                <a:t>method on the file object to write a string to the file</a:t>
              </a:r>
              <a:r>
                <a:rPr lang="en-GB" sz="3200" dirty="0"/>
                <a:t> </a:t>
              </a:r>
              <a:endParaRPr lang="en-US" sz="4400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371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Writing to a File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Appending to a File</a:t>
            </a:r>
            <a:endParaRPr lang="en-US" dirty="0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CF3FAA51-BCC0-43C8-BB69-90C40466E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1583531"/>
            <a:ext cx="10201275" cy="1600200"/>
          </a:xfrm>
          <a:prstGeom prst="rect">
            <a:avLst/>
          </a:prstGeom>
        </p:spPr>
      </p:pic>
      <p:grpSp>
        <p:nvGrpSpPr>
          <p:cNvPr id="9" name="Nhóm 8">
            <a:extLst>
              <a:ext uri="{FF2B5EF4-FFF2-40B4-BE49-F238E27FC236}">
                <a16:creationId xmlns:a16="http://schemas.microsoft.com/office/drawing/2014/main" id="{6A2217FA-7AFF-47D3-9CC6-20C9CA50FEFD}"/>
              </a:ext>
            </a:extLst>
          </p:cNvPr>
          <p:cNvGrpSpPr/>
          <p:nvPr/>
        </p:nvGrpSpPr>
        <p:grpSpPr>
          <a:xfrm>
            <a:off x="904875" y="3298826"/>
            <a:ext cx="6562725" cy="1457325"/>
            <a:chOff x="904875" y="3298826"/>
            <a:chExt cx="6562725" cy="1457325"/>
          </a:xfrm>
        </p:grpSpPr>
        <p:pic>
          <p:nvPicPr>
            <p:cNvPr id="7" name="Hình ảnh 6">
              <a:extLst>
                <a:ext uri="{FF2B5EF4-FFF2-40B4-BE49-F238E27FC236}">
                  <a16:creationId xmlns:a16="http://schemas.microsoft.com/office/drawing/2014/main" id="{EC1F7877-584F-4E88-9765-9F0BE1B91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4875" y="3298826"/>
              <a:ext cx="6562725" cy="1457325"/>
            </a:xfrm>
            <a:prstGeom prst="rect">
              <a:avLst/>
            </a:prstGeom>
          </p:spPr>
        </p:pic>
        <p:sp>
          <p:nvSpPr>
            <p:cNvPr id="8" name="Hình chữ nhật 7">
              <a:extLst>
                <a:ext uri="{FF2B5EF4-FFF2-40B4-BE49-F238E27FC236}">
                  <a16:creationId xmlns:a16="http://schemas.microsoft.com/office/drawing/2014/main" id="{4759B33D-2B8C-400C-B995-AD064CDAFDE7}"/>
                </a:ext>
              </a:extLst>
            </p:cNvPr>
            <p:cNvSpPr/>
            <p:nvPr/>
          </p:nvSpPr>
          <p:spPr>
            <a:xfrm>
              <a:off x="999460" y="3298826"/>
              <a:ext cx="6468140" cy="560793"/>
            </a:xfrm>
            <a:prstGeom prst="rect">
              <a:avLst/>
            </a:prstGeom>
            <a:solidFill>
              <a:schemeClr val="bg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1770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Practice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10-3,…,10-5</a:t>
            </a:r>
          </a:p>
        </p:txBody>
      </p:sp>
    </p:spTree>
    <p:extLst>
      <p:ext uri="{BB962C8B-B14F-4D97-AF65-F5344CB8AC3E}">
        <p14:creationId xmlns:p14="http://schemas.microsoft.com/office/powerpoint/2010/main" val="856112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Exceptions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8851161" cy="544511"/>
          </a:xfrm>
        </p:spPr>
        <p:txBody>
          <a:bodyPr/>
          <a:lstStyle/>
          <a:p>
            <a:r>
              <a:rPr lang="en-US" dirty="0"/>
              <a:t>Handling the </a:t>
            </a:r>
            <a:r>
              <a:rPr lang="en-US" dirty="0" err="1"/>
              <a:t>ZeroDivisionError</a:t>
            </a:r>
            <a:r>
              <a:rPr lang="en-US" dirty="0"/>
              <a:t> Exception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62FB8D6A-2CF5-4553-ABDF-B0B782764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632" y="1353341"/>
            <a:ext cx="6572250" cy="3038475"/>
          </a:xfrm>
          <a:prstGeom prst="rect">
            <a:avLst/>
          </a:prstGeom>
        </p:spPr>
      </p:pic>
      <p:sp>
        <p:nvSpPr>
          <p:cNvPr id="6" name="Chỗ dành sẵn cho Văn bản 3">
            <a:extLst>
              <a:ext uri="{FF2B5EF4-FFF2-40B4-BE49-F238E27FC236}">
                <a16:creationId xmlns:a16="http://schemas.microsoft.com/office/drawing/2014/main" id="{D35A55BD-FB9A-40E7-A024-AF271C89EEA9}"/>
              </a:ext>
            </a:extLst>
          </p:cNvPr>
          <p:cNvSpPr txBox="1">
            <a:spLocks/>
          </p:cNvSpPr>
          <p:nvPr/>
        </p:nvSpPr>
        <p:spPr>
          <a:xfrm>
            <a:off x="590550" y="4281707"/>
            <a:ext cx="8851161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Using try-except Blocks</a:t>
            </a:r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C6962B92-53B3-4B90-9B3E-E9B3B2332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649" y="4826218"/>
            <a:ext cx="6534150" cy="1276350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DC031723-0888-470C-9419-C622FCA6B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824" y="6178535"/>
            <a:ext cx="3648075" cy="476250"/>
          </a:xfrm>
          <a:prstGeom prst="rect">
            <a:avLst/>
          </a:prstGeom>
        </p:spPr>
      </p:pic>
      <p:grpSp>
        <p:nvGrpSpPr>
          <p:cNvPr id="16" name="Nhóm 15">
            <a:extLst>
              <a:ext uri="{FF2B5EF4-FFF2-40B4-BE49-F238E27FC236}">
                <a16:creationId xmlns:a16="http://schemas.microsoft.com/office/drawing/2014/main" id="{3630BA0B-F31B-4D72-A9A4-B9E10A9CB16D}"/>
              </a:ext>
            </a:extLst>
          </p:cNvPr>
          <p:cNvGrpSpPr/>
          <p:nvPr/>
        </p:nvGrpSpPr>
        <p:grpSpPr>
          <a:xfrm>
            <a:off x="1323276" y="3945277"/>
            <a:ext cx="3658349" cy="1832017"/>
            <a:chOff x="1323276" y="3945277"/>
            <a:chExt cx="3658349" cy="1832017"/>
          </a:xfrm>
        </p:grpSpPr>
        <p:sp>
          <p:nvSpPr>
            <p:cNvPr id="11" name="Hình chữ nhật: Góc Tròn 10">
              <a:extLst>
                <a:ext uri="{FF2B5EF4-FFF2-40B4-BE49-F238E27FC236}">
                  <a16:creationId xmlns:a16="http://schemas.microsoft.com/office/drawing/2014/main" id="{04D76A5D-E57C-469A-B37D-44EEE71D41B8}"/>
                </a:ext>
              </a:extLst>
            </p:cNvPr>
            <p:cNvSpPr/>
            <p:nvPr/>
          </p:nvSpPr>
          <p:spPr>
            <a:xfrm>
              <a:off x="1323276" y="3945277"/>
              <a:ext cx="2282954" cy="250189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Hình chữ nhật: Góc Tròn 12">
              <a:extLst>
                <a:ext uri="{FF2B5EF4-FFF2-40B4-BE49-F238E27FC236}">
                  <a16:creationId xmlns:a16="http://schemas.microsoft.com/office/drawing/2014/main" id="{08494AA5-4CD2-485E-932A-94297F393058}"/>
                </a:ext>
              </a:extLst>
            </p:cNvPr>
            <p:cNvSpPr/>
            <p:nvPr/>
          </p:nvSpPr>
          <p:spPr>
            <a:xfrm>
              <a:off x="2698671" y="5527105"/>
              <a:ext cx="2282954" cy="250189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Đường kết nối: Cong 14">
              <a:extLst>
                <a:ext uri="{FF2B5EF4-FFF2-40B4-BE49-F238E27FC236}">
                  <a16:creationId xmlns:a16="http://schemas.microsoft.com/office/drawing/2014/main" id="{AA4CC453-828D-4234-BE89-9FF36B2B4614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3606230" y="4070372"/>
              <a:ext cx="244192" cy="1456733"/>
            </a:xfrm>
            <a:prstGeom prst="curvedConnector2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628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Reading from a File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The else Block</a:t>
            </a:r>
          </a:p>
        </p:txBody>
      </p:sp>
      <p:pic>
        <p:nvPicPr>
          <p:cNvPr id="11" name="Hình ảnh 10">
            <a:extLst>
              <a:ext uri="{FF2B5EF4-FFF2-40B4-BE49-F238E27FC236}">
                <a16:creationId xmlns:a16="http://schemas.microsoft.com/office/drawing/2014/main" id="{16F1DE7E-6CD6-41DB-99E5-3BBFB3A09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1" y="1420018"/>
            <a:ext cx="7258050" cy="3276600"/>
          </a:xfrm>
          <a:prstGeom prst="rect">
            <a:avLst/>
          </a:prstGeom>
        </p:spPr>
      </p:pic>
      <p:pic>
        <p:nvPicPr>
          <p:cNvPr id="13" name="Hình ảnh 12">
            <a:extLst>
              <a:ext uri="{FF2B5EF4-FFF2-40B4-BE49-F238E27FC236}">
                <a16:creationId xmlns:a16="http://schemas.microsoft.com/office/drawing/2014/main" id="{F15C06F6-FDD6-45E5-AC84-BF1C7DAF4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1" y="4696618"/>
            <a:ext cx="542925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4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Reading from a File</a:t>
            </a:r>
          </a:p>
        </p:txBody>
      </p:sp>
      <p:pic>
        <p:nvPicPr>
          <p:cNvPr id="9" name="Hình ảnh 8">
            <a:extLst>
              <a:ext uri="{FF2B5EF4-FFF2-40B4-BE49-F238E27FC236}">
                <a16:creationId xmlns:a16="http://schemas.microsoft.com/office/drawing/2014/main" id="{51249D8A-20DD-4E69-BFF7-8998B7509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045" y="5146987"/>
            <a:ext cx="5524500" cy="1704975"/>
          </a:xfrm>
          <a:prstGeom prst="rect">
            <a:avLst/>
          </a:prstGeom>
        </p:spPr>
      </p:pic>
      <p:grpSp>
        <p:nvGrpSpPr>
          <p:cNvPr id="12" name="Nhóm 11">
            <a:extLst>
              <a:ext uri="{FF2B5EF4-FFF2-40B4-BE49-F238E27FC236}">
                <a16:creationId xmlns:a16="http://schemas.microsoft.com/office/drawing/2014/main" id="{88399735-21ED-420C-AE0C-E9971C538489}"/>
              </a:ext>
            </a:extLst>
          </p:cNvPr>
          <p:cNvGrpSpPr/>
          <p:nvPr/>
        </p:nvGrpSpPr>
        <p:grpSpPr>
          <a:xfrm>
            <a:off x="904875" y="778008"/>
            <a:ext cx="7753350" cy="4410075"/>
            <a:chOff x="904875" y="788282"/>
            <a:chExt cx="7753350" cy="4410075"/>
          </a:xfrm>
        </p:grpSpPr>
        <p:pic>
          <p:nvPicPr>
            <p:cNvPr id="7" name="Hình ảnh 6">
              <a:extLst>
                <a:ext uri="{FF2B5EF4-FFF2-40B4-BE49-F238E27FC236}">
                  <a16:creationId xmlns:a16="http://schemas.microsoft.com/office/drawing/2014/main" id="{A9987117-DC3E-4F8E-8AA2-F3D1FB916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4875" y="788282"/>
              <a:ext cx="7753350" cy="4410075"/>
            </a:xfrm>
            <a:prstGeom prst="rect">
              <a:avLst/>
            </a:prstGeom>
          </p:spPr>
        </p:pic>
        <p:sp>
          <p:nvSpPr>
            <p:cNvPr id="10" name="Hình chữ nhật 9">
              <a:extLst>
                <a:ext uri="{FF2B5EF4-FFF2-40B4-BE49-F238E27FC236}">
                  <a16:creationId xmlns:a16="http://schemas.microsoft.com/office/drawing/2014/main" id="{8A026208-C676-4E1E-B65B-D70B50CDFDB9}"/>
                </a:ext>
              </a:extLst>
            </p:cNvPr>
            <p:cNvSpPr/>
            <p:nvPr/>
          </p:nvSpPr>
          <p:spPr>
            <a:xfrm>
              <a:off x="904875" y="808830"/>
              <a:ext cx="7753350" cy="2620170"/>
            </a:xfrm>
            <a:prstGeom prst="rect">
              <a:avLst/>
            </a:prstGeom>
            <a:solidFill>
              <a:srgbClr val="F7F7F7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30288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Counting…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5065909"/>
          </a:xfrm>
        </p:spPr>
        <p:txBody>
          <a:bodyPr/>
          <a:lstStyle/>
          <a:p>
            <a:r>
              <a:rPr lang="en-GB" dirty="0"/>
              <a:t>Count the frequency of each word in</a:t>
            </a:r>
          </a:p>
          <a:p>
            <a:r>
              <a:rPr lang="en-US" sz="2400" b="0" i="0" dirty="0">
                <a:effectLst/>
                <a:latin typeface="TheSansMonoCondensed-Plain"/>
              </a:rPr>
              <a:t>filenames = ['alice.txt', 'siddhartha.txt', 'moby_dick.txt', 'little_women.txt']</a:t>
            </a:r>
            <a:r>
              <a:rPr lang="en-US" sz="1800" dirty="0"/>
              <a:t> </a:t>
            </a:r>
            <a:br>
              <a:rPr lang="en-US" sz="1400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88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Practice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6"/>
            <a:ext cx="11115673" cy="719940"/>
          </a:xfrm>
        </p:spPr>
        <p:txBody>
          <a:bodyPr/>
          <a:lstStyle/>
          <a:p>
            <a:r>
              <a:rPr lang="en-GB" dirty="0"/>
              <a:t>10-6,…, 10-10</a:t>
            </a:r>
          </a:p>
        </p:txBody>
      </p:sp>
    </p:spTree>
    <p:extLst>
      <p:ext uri="{BB962C8B-B14F-4D97-AF65-F5344CB8AC3E}">
        <p14:creationId xmlns:p14="http://schemas.microsoft.com/office/powerpoint/2010/main" val="1774843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90BF82D9-793B-4262-BF41-DD01625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Storing Data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19861AE-5C9F-471D-AAA9-5DB1F0ADDB5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544511"/>
          </a:xfrm>
        </p:spPr>
        <p:txBody>
          <a:bodyPr/>
          <a:lstStyle/>
          <a:p>
            <a:r>
              <a:rPr lang="en-GB" dirty="0"/>
              <a:t>Using </a:t>
            </a:r>
            <a:r>
              <a:rPr lang="en-GB" dirty="0" err="1"/>
              <a:t>json.dump</a:t>
            </a:r>
            <a:r>
              <a:rPr lang="en-GB" dirty="0"/>
              <a:t>() and </a:t>
            </a:r>
            <a:r>
              <a:rPr lang="en-GB" dirty="0" err="1"/>
              <a:t>json.load</a:t>
            </a:r>
            <a:r>
              <a:rPr lang="en-GB" dirty="0"/>
              <a:t>()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F19CC8BC-64B4-4184-BE95-234A94DD8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1754740"/>
            <a:ext cx="2200275" cy="533400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73A1AE74-861A-4BF1-916A-18A3674F9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2551327"/>
            <a:ext cx="4562475" cy="1333500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2BEBD22A-6C26-455A-BA2C-1A6C9302E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" y="4148014"/>
            <a:ext cx="4086225" cy="1076325"/>
          </a:xfrm>
          <a:prstGeom prst="rect">
            <a:avLst/>
          </a:prstGeom>
        </p:spPr>
      </p:pic>
      <p:pic>
        <p:nvPicPr>
          <p:cNvPr id="11" name="Hình ảnh 10">
            <a:extLst>
              <a:ext uri="{FF2B5EF4-FFF2-40B4-BE49-F238E27FC236}">
                <a16:creationId xmlns:a16="http://schemas.microsoft.com/office/drawing/2014/main" id="{1D99D84F-5FF8-43D4-8392-EA54AC70AA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030" y="5487526"/>
            <a:ext cx="3952875" cy="1085850"/>
          </a:xfrm>
          <a:prstGeom prst="rect">
            <a:avLst/>
          </a:prstGeom>
        </p:spPr>
      </p:pic>
      <p:pic>
        <p:nvPicPr>
          <p:cNvPr id="13" name="Hình ảnh 12">
            <a:extLst>
              <a:ext uri="{FF2B5EF4-FFF2-40B4-BE49-F238E27FC236}">
                <a16:creationId xmlns:a16="http://schemas.microsoft.com/office/drawing/2014/main" id="{B2BF7671-624C-491B-BAEE-2BD2E3B9B6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9065" y="1754740"/>
            <a:ext cx="6648450" cy="4371975"/>
          </a:xfrm>
          <a:prstGeom prst="rect">
            <a:avLst/>
          </a:prstGeom>
        </p:spPr>
      </p:pic>
      <p:grpSp>
        <p:nvGrpSpPr>
          <p:cNvPr id="21" name="Nhóm 20">
            <a:extLst>
              <a:ext uri="{FF2B5EF4-FFF2-40B4-BE49-F238E27FC236}">
                <a16:creationId xmlns:a16="http://schemas.microsoft.com/office/drawing/2014/main" id="{B9B0FC54-5C11-4143-B332-2A51C572DBCC}"/>
              </a:ext>
            </a:extLst>
          </p:cNvPr>
          <p:cNvGrpSpPr/>
          <p:nvPr/>
        </p:nvGrpSpPr>
        <p:grpSpPr>
          <a:xfrm>
            <a:off x="2469333" y="1330897"/>
            <a:ext cx="2184859" cy="1200329"/>
            <a:chOff x="2469333" y="1330897"/>
            <a:chExt cx="2184859" cy="1200329"/>
          </a:xfrm>
        </p:grpSpPr>
        <p:sp>
          <p:nvSpPr>
            <p:cNvPr id="15" name="Hộp Văn bản 14">
              <a:extLst>
                <a:ext uri="{FF2B5EF4-FFF2-40B4-BE49-F238E27FC236}">
                  <a16:creationId xmlns:a16="http://schemas.microsoft.com/office/drawing/2014/main" id="{7EEA8519-0D1C-4DBD-9198-85F5A0D98643}"/>
                </a:ext>
              </a:extLst>
            </p:cNvPr>
            <p:cNvSpPr txBox="1"/>
            <p:nvPr/>
          </p:nvSpPr>
          <p:spPr>
            <a:xfrm>
              <a:off x="3431567" y="1330897"/>
              <a:ext cx="1222625" cy="1200329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b="0" i="1" dirty="0">
                  <a:solidFill>
                    <a:srgbClr val="000000"/>
                  </a:solidFill>
                  <a:effectLst/>
                  <a:latin typeface="NewBaskerville-Italic"/>
                </a:rPr>
                <a:t>The JSON (JavaScript Object Notation)</a:t>
              </a:r>
              <a:endParaRPr lang="en-US" dirty="0"/>
            </a:p>
          </p:txBody>
        </p:sp>
        <p:sp>
          <p:nvSpPr>
            <p:cNvPr id="16" name="Hình chữ nhật: Góc Tròn 15">
              <a:extLst>
                <a:ext uri="{FF2B5EF4-FFF2-40B4-BE49-F238E27FC236}">
                  <a16:creationId xmlns:a16="http://schemas.microsoft.com/office/drawing/2014/main" id="{EBDAD583-6CE4-48C2-9001-2D3D7B21B822}"/>
                </a:ext>
              </a:extLst>
            </p:cNvPr>
            <p:cNvSpPr/>
            <p:nvPr/>
          </p:nvSpPr>
          <p:spPr>
            <a:xfrm>
              <a:off x="2469333" y="1884845"/>
              <a:ext cx="538209" cy="334373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Đường kết nối: Cong 17">
              <a:extLst>
                <a:ext uri="{FF2B5EF4-FFF2-40B4-BE49-F238E27FC236}">
                  <a16:creationId xmlns:a16="http://schemas.microsoft.com/office/drawing/2014/main" id="{A0CCCC17-7206-4A2F-8186-73460193C076}"/>
                </a:ext>
              </a:extLst>
            </p:cNvPr>
            <p:cNvCxnSpPr>
              <a:cxnSpLocks/>
              <a:stCxn id="16" idx="3"/>
              <a:endCxn id="15" idx="1"/>
            </p:cNvCxnSpPr>
            <p:nvPr/>
          </p:nvCxnSpPr>
          <p:spPr>
            <a:xfrm flipV="1">
              <a:off x="3007542" y="1931062"/>
              <a:ext cx="424025" cy="120970"/>
            </a:xfrm>
            <a:prstGeom prst="curved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368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theme1.xml><?xml version="1.0" encoding="utf-8"?>
<a:theme xmlns:a="http://schemas.openxmlformats.org/drawingml/2006/main" name="1_Getting Started with Jupyter Noteboo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Getting Started with Jupyter Noteboo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2_Classes</Template>
  <TotalTime>435</TotalTime>
  <Words>340</Words>
  <Application>Microsoft Office PowerPoint</Application>
  <PresentationFormat>Màn hình rộng</PresentationFormat>
  <Paragraphs>56</Paragraphs>
  <Slides>17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7</vt:i4>
      </vt:variant>
      <vt:variant>
        <vt:lpstr>Chủ đề</vt:lpstr>
      </vt:variant>
      <vt:variant>
        <vt:i4>2</vt:i4>
      </vt:variant>
      <vt:variant>
        <vt:lpstr>Tiêu đề Bản chiếu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NewBaskerville-Italic</vt:lpstr>
      <vt:lpstr>NewBaskerville-Roman</vt:lpstr>
      <vt:lpstr>TheSansMonoCondensed-Plain</vt:lpstr>
      <vt:lpstr>Times New Roman</vt:lpstr>
      <vt:lpstr>1_Getting Started with Jupyter Notebook</vt:lpstr>
      <vt:lpstr>2_Getting Started with Jupyter Notebook</vt:lpstr>
      <vt:lpstr>Chapter 2: Functions and classes </vt:lpstr>
      <vt:lpstr>Chapter 2: Functions and classes</vt:lpstr>
      <vt:lpstr>Reading from a File</vt:lpstr>
      <vt:lpstr>Reading from a File</vt:lpstr>
      <vt:lpstr>Reading from a File</vt:lpstr>
      <vt:lpstr>Reading from a File</vt:lpstr>
      <vt:lpstr>Reading from a File</vt:lpstr>
      <vt:lpstr>Practice</vt:lpstr>
      <vt:lpstr>Writing to a File</vt:lpstr>
      <vt:lpstr>Writing to a File</vt:lpstr>
      <vt:lpstr>Practice</vt:lpstr>
      <vt:lpstr>Exceptions</vt:lpstr>
      <vt:lpstr>Reading from a File</vt:lpstr>
      <vt:lpstr>Reading from a File</vt:lpstr>
      <vt:lpstr>Counting…</vt:lpstr>
      <vt:lpstr>Practice</vt:lpstr>
      <vt:lpstr>Storing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Functions and classes </dc:title>
  <dc:creator>Nguyen Tuan. Long</dc:creator>
  <cp:lastModifiedBy>Nguyen Tuan. Long</cp:lastModifiedBy>
  <cp:revision>2</cp:revision>
  <dcterms:created xsi:type="dcterms:W3CDTF">2020-10-14T13:58:47Z</dcterms:created>
  <dcterms:modified xsi:type="dcterms:W3CDTF">2023-10-23T13:51:40Z</dcterms:modified>
</cp:coreProperties>
</file>