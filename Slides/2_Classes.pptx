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39"/>
  </p:notesMasterIdLst>
  <p:sldIdLst>
    <p:sldId id="257" r:id="rId3"/>
    <p:sldId id="263" r:id="rId4"/>
    <p:sldId id="264" r:id="rId5"/>
    <p:sldId id="282" r:id="rId6"/>
    <p:sldId id="265" r:id="rId7"/>
    <p:sldId id="283" r:id="rId8"/>
    <p:sldId id="284" r:id="rId9"/>
    <p:sldId id="317" r:id="rId10"/>
    <p:sldId id="318" r:id="rId11"/>
    <p:sldId id="285" r:id="rId12"/>
    <p:sldId id="286" r:id="rId13"/>
    <p:sldId id="287" r:id="rId14"/>
    <p:sldId id="288" r:id="rId15"/>
    <p:sldId id="299" r:id="rId16"/>
    <p:sldId id="304" r:id="rId17"/>
    <p:sldId id="302" r:id="rId18"/>
    <p:sldId id="303" r:id="rId19"/>
    <p:sldId id="307" r:id="rId20"/>
    <p:sldId id="306" r:id="rId21"/>
    <p:sldId id="309" r:id="rId22"/>
    <p:sldId id="310" r:id="rId23"/>
    <p:sldId id="308" r:id="rId24"/>
    <p:sldId id="305" r:id="rId25"/>
    <p:sldId id="311" r:id="rId26"/>
    <p:sldId id="312" r:id="rId27"/>
    <p:sldId id="313" r:id="rId28"/>
    <p:sldId id="300" r:id="rId29"/>
    <p:sldId id="289" r:id="rId30"/>
    <p:sldId id="290" r:id="rId31"/>
    <p:sldId id="294" r:id="rId32"/>
    <p:sldId id="291" r:id="rId33"/>
    <p:sldId id="295" r:id="rId34"/>
    <p:sldId id="292" r:id="rId35"/>
    <p:sldId id="296" r:id="rId36"/>
    <p:sldId id="297" r:id="rId37"/>
    <p:sldId id="298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guyen Tuan. Long" initials="NTL" lastIdx="1" clrIdx="0">
    <p:extLst>
      <p:ext uri="{19B8F6BF-5375-455C-9EA6-DF929625EA0E}">
        <p15:presenceInfo xmlns:p15="http://schemas.microsoft.com/office/powerpoint/2012/main" userId="S::ntlong@neu.edu.vn::e4e93a65-ca82-41ec-92c8-0e4fdb0a72a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7EFB"/>
    <a:srgbClr val="ED7D31"/>
    <a:srgbClr val="F9B7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commentAuthors" Target="commentAuthors.xml"/><Relationship Id="rId45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en Tuan. Long" userId="e4e93a65-ca82-41ec-92c8-0e4fdb0a72ae" providerId="ADAL" clId="{3D314451-7A8A-4328-9108-0F369995181F}"/>
    <pc:docChg chg="delSld">
      <pc:chgData name="Nguyen Tuan. Long" userId="e4e93a65-ca82-41ec-92c8-0e4fdb0a72ae" providerId="ADAL" clId="{3D314451-7A8A-4328-9108-0F369995181F}" dt="2025-10-21T14:21:33.928" v="0" actId="47"/>
      <pc:docMkLst>
        <pc:docMk/>
      </pc:docMkLst>
      <pc:sldChg chg="del">
        <pc:chgData name="Nguyen Tuan. Long" userId="e4e93a65-ca82-41ec-92c8-0e4fdb0a72ae" providerId="ADAL" clId="{3D314451-7A8A-4328-9108-0F369995181F}" dt="2025-10-21T14:21:33.928" v="0" actId="47"/>
        <pc:sldMkLst>
          <pc:docMk/>
          <pc:sldMk cId="1727883359" sldId="314"/>
        </pc:sldMkLst>
      </pc:sldChg>
      <pc:sldChg chg="del">
        <pc:chgData name="Nguyen Tuan. Long" userId="e4e93a65-ca82-41ec-92c8-0e4fdb0a72ae" providerId="ADAL" clId="{3D314451-7A8A-4328-9108-0F369995181F}" dt="2025-10-21T14:21:33.928" v="0" actId="47"/>
        <pc:sldMkLst>
          <pc:docMk/>
          <pc:sldMk cId="3728951505" sldId="315"/>
        </pc:sldMkLst>
      </pc:sldChg>
      <pc:sldChg chg="del">
        <pc:chgData name="Nguyen Tuan. Long" userId="e4e93a65-ca82-41ec-92c8-0e4fdb0a72ae" providerId="ADAL" clId="{3D314451-7A8A-4328-9108-0F369995181F}" dt="2025-10-21T14:21:33.928" v="0" actId="47"/>
        <pc:sldMkLst>
          <pc:docMk/>
          <pc:sldMk cId="1204941824" sldId="316"/>
        </pc:sldMkLst>
      </pc:sldChg>
    </pc:docChg>
  </pc:docChgLst>
  <pc:docChgLst>
    <pc:chgData name="Nguyen Tuan. Long" userId="e4e93a65-ca82-41ec-92c8-0e4fdb0a72ae" providerId="ADAL" clId="{89E2D0CC-34CE-4FBA-9D62-44A5E77519D9}"/>
    <pc:docChg chg="custSel addSld delSld modSld sldOrd">
      <pc:chgData name="Nguyen Tuan. Long" userId="e4e93a65-ca82-41ec-92c8-0e4fdb0a72ae" providerId="ADAL" clId="{89E2D0CC-34CE-4FBA-9D62-44A5E77519D9}" dt="2024-10-07T15:00:13.878" v="536"/>
      <pc:docMkLst>
        <pc:docMk/>
      </pc:docMkLst>
      <pc:sldChg chg="modSp">
        <pc:chgData name="Nguyen Tuan. Long" userId="e4e93a65-ca82-41ec-92c8-0e4fdb0a72ae" providerId="ADAL" clId="{89E2D0CC-34CE-4FBA-9D62-44A5E77519D9}" dt="2024-10-07T14:13:24.971" v="428" actId="6549"/>
        <pc:sldMkLst>
          <pc:docMk/>
          <pc:sldMk cId="2087666409" sldId="264"/>
        </pc:sldMkLst>
      </pc:sldChg>
      <pc:sldChg chg="modSp mod">
        <pc:chgData name="Nguyen Tuan. Long" userId="e4e93a65-ca82-41ec-92c8-0e4fdb0a72ae" providerId="ADAL" clId="{89E2D0CC-34CE-4FBA-9D62-44A5E77519D9}" dt="2024-10-07T14:12:19.560" v="424" actId="1038"/>
        <pc:sldMkLst>
          <pc:docMk/>
          <pc:sldMk cId="1445939452" sldId="283"/>
        </pc:sldMkLst>
      </pc:sldChg>
      <pc:sldChg chg="addSp delSp modSp mod modAnim">
        <pc:chgData name="Nguyen Tuan. Long" userId="e4e93a65-ca82-41ec-92c8-0e4fdb0a72ae" providerId="ADAL" clId="{89E2D0CC-34CE-4FBA-9D62-44A5E77519D9}" dt="2024-10-07T15:00:13.878" v="536"/>
        <pc:sldMkLst>
          <pc:docMk/>
          <pc:sldMk cId="2499807407" sldId="284"/>
        </pc:sldMkLst>
      </pc:sldChg>
      <pc:sldChg chg="add">
        <pc:chgData name="Nguyen Tuan. Long" userId="e4e93a65-ca82-41ec-92c8-0e4fdb0a72ae" providerId="ADAL" clId="{89E2D0CC-34CE-4FBA-9D62-44A5E77519D9}" dt="2024-10-07T14:16:26.395" v="430"/>
        <pc:sldMkLst>
          <pc:docMk/>
          <pc:sldMk cId="1478892242" sldId="305"/>
        </pc:sldMkLst>
      </pc:sldChg>
      <pc:sldChg chg="add del">
        <pc:chgData name="Nguyen Tuan. Long" userId="e4e93a65-ca82-41ec-92c8-0e4fdb0a72ae" providerId="ADAL" clId="{89E2D0CC-34CE-4FBA-9D62-44A5E77519D9}" dt="2024-10-07T14:15:25.503" v="429" actId="2696"/>
        <pc:sldMkLst>
          <pc:docMk/>
          <pc:sldMk cId="1841617001" sldId="305"/>
        </pc:sldMkLst>
      </pc:sldChg>
      <pc:sldChg chg="del ord">
        <pc:chgData name="Nguyen Tuan. Long" userId="e4e93a65-ca82-41ec-92c8-0e4fdb0a72ae" providerId="ADAL" clId="{89E2D0CC-34CE-4FBA-9D62-44A5E77519D9}" dt="2024-10-07T14:07:18.133" v="339" actId="2696"/>
        <pc:sldMkLst>
          <pc:docMk/>
          <pc:sldMk cId="2662487882" sldId="305"/>
        </pc:sldMkLst>
      </pc:sldChg>
      <pc:sldChg chg="modSp add mod">
        <pc:chgData name="Nguyen Tuan. Long" userId="e4e93a65-ca82-41ec-92c8-0e4fdb0a72ae" providerId="ADAL" clId="{89E2D0CC-34CE-4FBA-9D62-44A5E77519D9}" dt="2024-10-07T14:16:31.574" v="432" actId="20577"/>
        <pc:sldMkLst>
          <pc:docMk/>
          <pc:sldMk cId="1968800428" sldId="308"/>
        </pc:sldMkLst>
      </pc:sldChg>
      <pc:sldChg chg="add del">
        <pc:chgData name="Nguyen Tuan. Long" userId="e4e93a65-ca82-41ec-92c8-0e4fdb0a72ae" providerId="ADAL" clId="{89E2D0CC-34CE-4FBA-9D62-44A5E77519D9}" dt="2024-10-07T14:15:25.503" v="429" actId="2696"/>
        <pc:sldMkLst>
          <pc:docMk/>
          <pc:sldMk cId="2660512449" sldId="308"/>
        </pc:sldMkLst>
      </pc:sldChg>
      <pc:sldChg chg="del ord">
        <pc:chgData name="Nguyen Tuan. Long" userId="e4e93a65-ca82-41ec-92c8-0e4fdb0a72ae" providerId="ADAL" clId="{89E2D0CC-34CE-4FBA-9D62-44A5E77519D9}" dt="2024-10-07T14:07:18.133" v="339" actId="2696"/>
        <pc:sldMkLst>
          <pc:docMk/>
          <pc:sldMk cId="3799542930" sldId="308"/>
        </pc:sldMkLst>
      </pc:sldChg>
      <pc:sldChg chg="delSp modSp mod">
        <pc:chgData name="Nguyen Tuan. Long" userId="e4e93a65-ca82-41ec-92c8-0e4fdb0a72ae" providerId="ADAL" clId="{89E2D0CC-34CE-4FBA-9D62-44A5E77519D9}" dt="2024-10-07T14:59:13.500" v="525" actId="21"/>
        <pc:sldMkLst>
          <pc:docMk/>
          <pc:sldMk cId="75463452" sldId="311"/>
        </pc:sldMkLst>
      </pc:sldChg>
      <pc:sldChg chg="addSp delSp modSp add mod">
        <pc:chgData name="Nguyen Tuan. Long" userId="e4e93a65-ca82-41ec-92c8-0e4fdb0a72ae" providerId="ADAL" clId="{89E2D0CC-34CE-4FBA-9D62-44A5E77519D9}" dt="2024-10-07T14:05:29.937" v="336" actId="14100"/>
        <pc:sldMkLst>
          <pc:docMk/>
          <pc:sldMk cId="856184622" sldId="317"/>
        </pc:sldMkLst>
      </pc:sldChg>
      <pc:sldChg chg="addSp delSp modSp add mod">
        <pc:chgData name="Nguyen Tuan. Long" userId="e4e93a65-ca82-41ec-92c8-0e4fdb0a72ae" providerId="ADAL" clId="{89E2D0CC-34CE-4FBA-9D62-44A5E77519D9}" dt="2024-10-07T14:04:26.334" v="309" actId="1036"/>
        <pc:sldMkLst>
          <pc:docMk/>
          <pc:sldMk cId="671446921" sldId="318"/>
        </pc:sldMkLst>
      </pc:sldChg>
    </pc:docChg>
  </pc:docChgLst>
  <pc:docChgLst>
    <pc:chgData name="Nguyen Tuan. Long" userId="e4e93a65-ca82-41ec-92c8-0e4fdb0a72ae" providerId="ADAL" clId="{96567FCA-6AE9-4958-A617-3B23D295C4D9}"/>
    <pc:docChg chg="undo custSel addSld delSld modSld sldOrd">
      <pc:chgData name="Nguyen Tuan. Long" userId="e4e93a65-ca82-41ec-92c8-0e4fdb0a72ae" providerId="ADAL" clId="{96567FCA-6AE9-4958-A617-3B23D295C4D9}" dt="2020-10-18T12:46:14.719" v="1882" actId="20577"/>
      <pc:docMkLst>
        <pc:docMk/>
      </pc:docMkLst>
      <pc:sldChg chg="modSp modAnim">
        <pc:chgData name="Nguyen Tuan. Long" userId="e4e93a65-ca82-41ec-92c8-0e4fdb0a72ae" providerId="ADAL" clId="{96567FCA-6AE9-4958-A617-3B23D295C4D9}" dt="2020-10-14T14:02:18.803" v="1707" actId="5793"/>
        <pc:sldMkLst>
          <pc:docMk/>
          <pc:sldMk cId="2848987940" sldId="263"/>
        </pc:sldMkLst>
      </pc:sldChg>
      <pc:sldChg chg="addSp delSp modSp mod modAnim">
        <pc:chgData name="Nguyen Tuan. Long" userId="e4e93a65-ca82-41ec-92c8-0e4fdb0a72ae" providerId="ADAL" clId="{96567FCA-6AE9-4958-A617-3B23D295C4D9}" dt="2020-10-14T03:13:06.750" v="518"/>
        <pc:sldMkLst>
          <pc:docMk/>
          <pc:sldMk cId="1659704867" sldId="265"/>
        </pc:sldMkLst>
      </pc:sldChg>
      <pc:sldChg chg="modSp del modAnim">
        <pc:chgData name="Nguyen Tuan. Long" userId="e4e93a65-ca82-41ec-92c8-0e4fdb0a72ae" providerId="ADAL" clId="{96567FCA-6AE9-4958-A617-3B23D295C4D9}" dt="2020-10-14T03:02:58.599" v="483" actId="47"/>
        <pc:sldMkLst>
          <pc:docMk/>
          <pc:sldMk cId="1226710171" sldId="266"/>
        </pc:sldMkLst>
      </pc:sldChg>
      <pc:sldChg chg="del">
        <pc:chgData name="Nguyen Tuan. Long" userId="e4e93a65-ca82-41ec-92c8-0e4fdb0a72ae" providerId="ADAL" clId="{96567FCA-6AE9-4958-A617-3B23D295C4D9}" dt="2020-10-14T03:03:10.277" v="484" actId="47"/>
        <pc:sldMkLst>
          <pc:docMk/>
          <pc:sldMk cId="2423656638" sldId="267"/>
        </pc:sldMkLst>
      </pc:sldChg>
      <pc:sldChg chg="del">
        <pc:chgData name="Nguyen Tuan. Long" userId="e4e93a65-ca82-41ec-92c8-0e4fdb0a72ae" providerId="ADAL" clId="{96567FCA-6AE9-4958-A617-3B23D295C4D9}" dt="2020-10-14T03:03:10.277" v="484" actId="47"/>
        <pc:sldMkLst>
          <pc:docMk/>
          <pc:sldMk cId="2531964295" sldId="268"/>
        </pc:sldMkLst>
      </pc:sldChg>
      <pc:sldChg chg="del">
        <pc:chgData name="Nguyen Tuan. Long" userId="e4e93a65-ca82-41ec-92c8-0e4fdb0a72ae" providerId="ADAL" clId="{96567FCA-6AE9-4958-A617-3B23D295C4D9}" dt="2020-10-14T03:03:10.277" v="484" actId="47"/>
        <pc:sldMkLst>
          <pc:docMk/>
          <pc:sldMk cId="4152420532" sldId="269"/>
        </pc:sldMkLst>
      </pc:sldChg>
      <pc:sldChg chg="del">
        <pc:chgData name="Nguyen Tuan. Long" userId="e4e93a65-ca82-41ec-92c8-0e4fdb0a72ae" providerId="ADAL" clId="{96567FCA-6AE9-4958-A617-3B23D295C4D9}" dt="2020-10-14T03:03:10.277" v="484" actId="47"/>
        <pc:sldMkLst>
          <pc:docMk/>
          <pc:sldMk cId="2720085904" sldId="270"/>
        </pc:sldMkLst>
      </pc:sldChg>
      <pc:sldChg chg="del">
        <pc:chgData name="Nguyen Tuan. Long" userId="e4e93a65-ca82-41ec-92c8-0e4fdb0a72ae" providerId="ADAL" clId="{96567FCA-6AE9-4958-A617-3B23D295C4D9}" dt="2020-10-14T03:03:10.277" v="484" actId="47"/>
        <pc:sldMkLst>
          <pc:docMk/>
          <pc:sldMk cId="1603437954" sldId="271"/>
        </pc:sldMkLst>
      </pc:sldChg>
      <pc:sldChg chg="del">
        <pc:chgData name="Nguyen Tuan. Long" userId="e4e93a65-ca82-41ec-92c8-0e4fdb0a72ae" providerId="ADAL" clId="{96567FCA-6AE9-4958-A617-3B23D295C4D9}" dt="2020-10-14T03:03:10.277" v="484" actId="47"/>
        <pc:sldMkLst>
          <pc:docMk/>
          <pc:sldMk cId="4225179964" sldId="272"/>
        </pc:sldMkLst>
      </pc:sldChg>
      <pc:sldChg chg="del">
        <pc:chgData name="Nguyen Tuan. Long" userId="e4e93a65-ca82-41ec-92c8-0e4fdb0a72ae" providerId="ADAL" clId="{96567FCA-6AE9-4958-A617-3B23D295C4D9}" dt="2020-10-14T03:03:10.277" v="484" actId="47"/>
        <pc:sldMkLst>
          <pc:docMk/>
          <pc:sldMk cId="3569943489" sldId="273"/>
        </pc:sldMkLst>
      </pc:sldChg>
      <pc:sldChg chg="del">
        <pc:chgData name="Nguyen Tuan. Long" userId="e4e93a65-ca82-41ec-92c8-0e4fdb0a72ae" providerId="ADAL" clId="{96567FCA-6AE9-4958-A617-3B23D295C4D9}" dt="2020-10-14T03:03:10.277" v="484" actId="47"/>
        <pc:sldMkLst>
          <pc:docMk/>
          <pc:sldMk cId="3868734443" sldId="274"/>
        </pc:sldMkLst>
      </pc:sldChg>
      <pc:sldChg chg="del">
        <pc:chgData name="Nguyen Tuan. Long" userId="e4e93a65-ca82-41ec-92c8-0e4fdb0a72ae" providerId="ADAL" clId="{96567FCA-6AE9-4958-A617-3B23D295C4D9}" dt="2020-10-14T03:03:10.277" v="484" actId="47"/>
        <pc:sldMkLst>
          <pc:docMk/>
          <pc:sldMk cId="1124086623" sldId="275"/>
        </pc:sldMkLst>
      </pc:sldChg>
      <pc:sldChg chg="del">
        <pc:chgData name="Nguyen Tuan. Long" userId="e4e93a65-ca82-41ec-92c8-0e4fdb0a72ae" providerId="ADAL" clId="{96567FCA-6AE9-4958-A617-3B23D295C4D9}" dt="2020-10-14T03:03:10.277" v="484" actId="47"/>
        <pc:sldMkLst>
          <pc:docMk/>
          <pc:sldMk cId="3459953835" sldId="276"/>
        </pc:sldMkLst>
      </pc:sldChg>
      <pc:sldChg chg="del">
        <pc:chgData name="Nguyen Tuan. Long" userId="e4e93a65-ca82-41ec-92c8-0e4fdb0a72ae" providerId="ADAL" clId="{96567FCA-6AE9-4958-A617-3B23D295C4D9}" dt="2020-10-14T03:03:10.277" v="484" actId="47"/>
        <pc:sldMkLst>
          <pc:docMk/>
          <pc:sldMk cId="3180810463" sldId="277"/>
        </pc:sldMkLst>
      </pc:sldChg>
      <pc:sldChg chg="del">
        <pc:chgData name="Nguyen Tuan. Long" userId="e4e93a65-ca82-41ec-92c8-0e4fdb0a72ae" providerId="ADAL" clId="{96567FCA-6AE9-4958-A617-3B23D295C4D9}" dt="2020-10-14T03:03:10.277" v="484" actId="47"/>
        <pc:sldMkLst>
          <pc:docMk/>
          <pc:sldMk cId="421224764" sldId="278"/>
        </pc:sldMkLst>
      </pc:sldChg>
      <pc:sldChg chg="del">
        <pc:chgData name="Nguyen Tuan. Long" userId="e4e93a65-ca82-41ec-92c8-0e4fdb0a72ae" providerId="ADAL" clId="{96567FCA-6AE9-4958-A617-3B23D295C4D9}" dt="2020-10-14T03:03:10.277" v="484" actId="47"/>
        <pc:sldMkLst>
          <pc:docMk/>
          <pc:sldMk cId="634312912" sldId="279"/>
        </pc:sldMkLst>
      </pc:sldChg>
      <pc:sldChg chg="del">
        <pc:chgData name="Nguyen Tuan. Long" userId="e4e93a65-ca82-41ec-92c8-0e4fdb0a72ae" providerId="ADAL" clId="{96567FCA-6AE9-4958-A617-3B23D295C4D9}" dt="2020-10-14T03:03:10.277" v="484" actId="47"/>
        <pc:sldMkLst>
          <pc:docMk/>
          <pc:sldMk cId="1542154323" sldId="280"/>
        </pc:sldMkLst>
      </pc:sldChg>
      <pc:sldChg chg="del">
        <pc:chgData name="Nguyen Tuan. Long" userId="e4e93a65-ca82-41ec-92c8-0e4fdb0a72ae" providerId="ADAL" clId="{96567FCA-6AE9-4958-A617-3B23D295C4D9}" dt="2020-10-14T03:03:13.024" v="485" actId="47"/>
        <pc:sldMkLst>
          <pc:docMk/>
          <pc:sldMk cId="2699609741" sldId="281"/>
        </pc:sldMkLst>
      </pc:sldChg>
      <pc:sldChg chg="addSp">
        <pc:chgData name="Nguyen Tuan. Long" userId="e4e93a65-ca82-41ec-92c8-0e4fdb0a72ae" providerId="ADAL" clId="{96567FCA-6AE9-4958-A617-3B23D295C4D9}" dt="2020-10-14T01:30:54.286" v="73"/>
        <pc:sldMkLst>
          <pc:docMk/>
          <pc:sldMk cId="1435694140" sldId="282"/>
        </pc:sldMkLst>
      </pc:sldChg>
      <pc:sldChg chg="addSp delSp modSp add del mod delAnim modAnim">
        <pc:chgData name="Nguyen Tuan. Long" userId="e4e93a65-ca82-41ec-92c8-0e4fdb0a72ae" providerId="ADAL" clId="{96567FCA-6AE9-4958-A617-3B23D295C4D9}" dt="2020-10-18T12:46:14.719" v="1882" actId="20577"/>
        <pc:sldMkLst>
          <pc:docMk/>
          <pc:sldMk cId="1967050543" sldId="282"/>
        </pc:sldMkLst>
      </pc:sldChg>
      <pc:sldChg chg="addSp">
        <pc:chgData name="Nguyen Tuan. Long" userId="e4e93a65-ca82-41ec-92c8-0e4fdb0a72ae" providerId="ADAL" clId="{96567FCA-6AE9-4958-A617-3B23D295C4D9}" dt="2020-10-14T01:23:43.435" v="33"/>
        <pc:sldMkLst>
          <pc:docMk/>
          <pc:sldMk cId="2209621634" sldId="282"/>
        </pc:sldMkLst>
      </pc:sldChg>
      <pc:sldChg chg="addSp">
        <pc:chgData name="Nguyen Tuan. Long" userId="e4e93a65-ca82-41ec-92c8-0e4fdb0a72ae" providerId="ADAL" clId="{96567FCA-6AE9-4958-A617-3B23D295C4D9}" dt="2020-10-14T01:29:12.700" v="67"/>
        <pc:sldMkLst>
          <pc:docMk/>
          <pc:sldMk cId="2867387011" sldId="282"/>
        </pc:sldMkLst>
      </pc:sldChg>
      <pc:sldChg chg="addSp">
        <pc:chgData name="Nguyen Tuan. Long" userId="e4e93a65-ca82-41ec-92c8-0e4fdb0a72ae" providerId="ADAL" clId="{96567FCA-6AE9-4958-A617-3B23D295C4D9}" dt="2020-10-14T01:19:18.571" v="3"/>
        <pc:sldMkLst>
          <pc:docMk/>
          <pc:sldMk cId="3865931177" sldId="282"/>
        </pc:sldMkLst>
      </pc:sldChg>
      <pc:sldChg chg="addSp delSp modSp add mod modAnim">
        <pc:chgData name="Nguyen Tuan. Long" userId="e4e93a65-ca82-41ec-92c8-0e4fdb0a72ae" providerId="ADAL" clId="{96567FCA-6AE9-4958-A617-3B23D295C4D9}" dt="2020-10-14T04:11:39.223" v="666"/>
        <pc:sldMkLst>
          <pc:docMk/>
          <pc:sldMk cId="1445939452" sldId="283"/>
        </pc:sldMkLst>
      </pc:sldChg>
      <pc:sldChg chg="delSp modSp new mod">
        <pc:chgData name="Nguyen Tuan. Long" userId="e4e93a65-ca82-41ec-92c8-0e4fdb0a72ae" providerId="ADAL" clId="{96567FCA-6AE9-4958-A617-3B23D295C4D9}" dt="2020-10-14T04:19:56.126" v="667" actId="113"/>
        <pc:sldMkLst>
          <pc:docMk/>
          <pc:sldMk cId="2499807407" sldId="284"/>
        </pc:sldMkLst>
      </pc:sldChg>
      <pc:sldChg chg="addSp modSp add mod">
        <pc:chgData name="Nguyen Tuan. Long" userId="e4e93a65-ca82-41ec-92c8-0e4fdb0a72ae" providerId="ADAL" clId="{96567FCA-6AE9-4958-A617-3B23D295C4D9}" dt="2020-10-14T08:29:28.297" v="708" actId="1076"/>
        <pc:sldMkLst>
          <pc:docMk/>
          <pc:sldMk cId="3283112547" sldId="285"/>
        </pc:sldMkLst>
      </pc:sldChg>
      <pc:sldChg chg="addSp delSp modSp add mod modAnim">
        <pc:chgData name="Nguyen Tuan. Long" userId="e4e93a65-ca82-41ec-92c8-0e4fdb0a72ae" providerId="ADAL" clId="{96567FCA-6AE9-4958-A617-3B23D295C4D9}" dt="2020-10-14T08:48:18.921" v="804" actId="14100"/>
        <pc:sldMkLst>
          <pc:docMk/>
          <pc:sldMk cId="3351022584" sldId="286"/>
        </pc:sldMkLst>
      </pc:sldChg>
      <pc:sldChg chg="addSp modSp add mod modAnim">
        <pc:chgData name="Nguyen Tuan. Long" userId="e4e93a65-ca82-41ec-92c8-0e4fdb0a72ae" providerId="ADAL" clId="{96567FCA-6AE9-4958-A617-3B23D295C4D9}" dt="2020-10-14T09:01:23.614" v="923"/>
        <pc:sldMkLst>
          <pc:docMk/>
          <pc:sldMk cId="873164403" sldId="287"/>
        </pc:sldMkLst>
      </pc:sldChg>
      <pc:sldChg chg="addSp modSp add mod modAnim">
        <pc:chgData name="Nguyen Tuan. Long" userId="e4e93a65-ca82-41ec-92c8-0e4fdb0a72ae" providerId="ADAL" clId="{96567FCA-6AE9-4958-A617-3B23D295C4D9}" dt="2020-10-14T09:15:11.034" v="964"/>
        <pc:sldMkLst>
          <pc:docMk/>
          <pc:sldMk cId="1454831526" sldId="288"/>
        </pc:sldMkLst>
      </pc:sldChg>
      <pc:sldChg chg="addSp delSp modSp add mod addAnim delAnim modAnim addCm delCm">
        <pc:chgData name="Nguyen Tuan. Long" userId="e4e93a65-ca82-41ec-92c8-0e4fdb0a72ae" providerId="ADAL" clId="{96567FCA-6AE9-4958-A617-3B23D295C4D9}" dt="2020-10-14T12:35:45.071" v="1533" actId="478"/>
        <pc:sldMkLst>
          <pc:docMk/>
          <pc:sldMk cId="4112125962" sldId="289"/>
        </pc:sldMkLst>
      </pc:sldChg>
      <pc:sldChg chg="addSp delSp modSp add mod delAnim modAnim">
        <pc:chgData name="Nguyen Tuan. Long" userId="e4e93a65-ca82-41ec-92c8-0e4fdb0a72ae" providerId="ADAL" clId="{96567FCA-6AE9-4958-A617-3B23D295C4D9}" dt="2020-10-14T12:47:49.410" v="1551"/>
        <pc:sldMkLst>
          <pc:docMk/>
          <pc:sldMk cId="3011739186" sldId="290"/>
        </pc:sldMkLst>
      </pc:sldChg>
      <pc:sldChg chg="addSp delSp modSp add mod delAnim modAnim">
        <pc:chgData name="Nguyen Tuan. Long" userId="e4e93a65-ca82-41ec-92c8-0e4fdb0a72ae" providerId="ADAL" clId="{96567FCA-6AE9-4958-A617-3B23D295C4D9}" dt="2020-10-14T13:22:28.265" v="1683" actId="1036"/>
        <pc:sldMkLst>
          <pc:docMk/>
          <pc:sldMk cId="4171091646" sldId="291"/>
        </pc:sldMkLst>
      </pc:sldChg>
      <pc:sldChg chg="addSp delSp modSp add mod modAnim">
        <pc:chgData name="Nguyen Tuan. Long" userId="e4e93a65-ca82-41ec-92c8-0e4fdb0a72ae" providerId="ADAL" clId="{96567FCA-6AE9-4958-A617-3B23D295C4D9}" dt="2020-10-15T03:38:04.351" v="1763"/>
        <pc:sldMkLst>
          <pc:docMk/>
          <pc:sldMk cId="2386178293" sldId="292"/>
        </pc:sldMkLst>
      </pc:sldChg>
      <pc:sldChg chg="add del">
        <pc:chgData name="Nguyen Tuan. Long" userId="e4e93a65-ca82-41ec-92c8-0e4fdb0a72ae" providerId="ADAL" clId="{96567FCA-6AE9-4958-A617-3B23D295C4D9}" dt="2020-10-14T13:56:52.983" v="1696" actId="47"/>
        <pc:sldMkLst>
          <pc:docMk/>
          <pc:sldMk cId="951022130" sldId="293"/>
        </pc:sldMkLst>
      </pc:sldChg>
      <pc:sldChg chg="addSp modSp add mod ord modAnim">
        <pc:chgData name="Nguyen Tuan. Long" userId="e4e93a65-ca82-41ec-92c8-0e4fdb0a72ae" providerId="ADAL" clId="{96567FCA-6AE9-4958-A617-3B23D295C4D9}" dt="2020-10-14T13:04:37.262" v="1578"/>
        <pc:sldMkLst>
          <pc:docMk/>
          <pc:sldMk cId="4249468701" sldId="294"/>
        </pc:sldMkLst>
      </pc:sldChg>
      <pc:sldChg chg="modSp add mod">
        <pc:chgData name="Nguyen Tuan. Long" userId="e4e93a65-ca82-41ec-92c8-0e4fdb0a72ae" providerId="ADAL" clId="{96567FCA-6AE9-4958-A617-3B23D295C4D9}" dt="2020-10-14T13:32:56.876" v="1689" actId="20577"/>
        <pc:sldMkLst>
          <pc:docMk/>
          <pc:sldMk cId="2707984709" sldId="295"/>
        </pc:sldMkLst>
      </pc:sldChg>
      <pc:sldChg chg="add del">
        <pc:chgData name="Nguyen Tuan. Long" userId="e4e93a65-ca82-41ec-92c8-0e4fdb0a72ae" providerId="ADAL" clId="{96567FCA-6AE9-4958-A617-3B23D295C4D9}" dt="2020-10-14T13:24:21.939" v="1685"/>
        <pc:sldMkLst>
          <pc:docMk/>
          <pc:sldMk cId="2731307154" sldId="295"/>
        </pc:sldMkLst>
      </pc:sldChg>
      <pc:sldChg chg="addSp delSp modSp add mod delAnim modAnim">
        <pc:chgData name="Nguyen Tuan. Long" userId="e4e93a65-ca82-41ec-92c8-0e4fdb0a72ae" providerId="ADAL" clId="{96567FCA-6AE9-4958-A617-3B23D295C4D9}" dt="2020-10-15T03:54:06.878" v="1792"/>
        <pc:sldMkLst>
          <pc:docMk/>
          <pc:sldMk cId="2712097873" sldId="296"/>
        </pc:sldMkLst>
      </pc:sldChg>
      <pc:sldChg chg="add">
        <pc:chgData name="Nguyen Tuan. Long" userId="e4e93a65-ca82-41ec-92c8-0e4fdb0a72ae" providerId="ADAL" clId="{96567FCA-6AE9-4958-A617-3B23D295C4D9}" dt="2020-10-15T04:00:10.616" v="1793"/>
        <pc:sldMkLst>
          <pc:docMk/>
          <pc:sldMk cId="3736191399" sldId="297"/>
        </pc:sldMkLst>
      </pc:sldChg>
      <pc:sldChg chg="addSp delSp modSp add mod delAnim modAnim">
        <pc:chgData name="Nguyen Tuan. Long" userId="e4e93a65-ca82-41ec-92c8-0e4fdb0a72ae" providerId="ADAL" clId="{96567FCA-6AE9-4958-A617-3B23D295C4D9}" dt="2020-10-15T04:09:47.704" v="1842" actId="1036"/>
        <pc:sldMkLst>
          <pc:docMk/>
          <pc:sldMk cId="2885383647" sldId="298"/>
        </pc:sldMkLst>
      </pc:sldChg>
      <pc:sldChg chg="new del">
        <pc:chgData name="Nguyen Tuan. Long" userId="e4e93a65-ca82-41ec-92c8-0e4fdb0a72ae" providerId="ADAL" clId="{96567FCA-6AE9-4958-A617-3B23D295C4D9}" dt="2020-10-15T04:12:19.861" v="1844" actId="47"/>
        <pc:sldMkLst>
          <pc:docMk/>
          <pc:sldMk cId="1937884521" sldId="299"/>
        </pc:sldMkLst>
      </pc:sldChg>
      <pc:sldChg chg="addSp delSp modSp new mod modAnim">
        <pc:chgData name="Nguyen Tuan. Long" userId="e4e93a65-ca82-41ec-92c8-0e4fdb0a72ae" providerId="ADAL" clId="{96567FCA-6AE9-4958-A617-3B23D295C4D9}" dt="2020-10-15T04:18:26.688" v="1880"/>
        <pc:sldMkLst>
          <pc:docMk/>
          <pc:sldMk cId="3068044845" sldId="299"/>
        </pc:sldMkLst>
      </pc:sldChg>
    </pc:docChg>
  </pc:docChgLst>
  <pc:docChgLst>
    <pc:chgData name="Nguyen Long" userId="e4e93a65-ca82-41ec-92c8-0e4fdb0a72ae" providerId="ADAL" clId="{0FE3AEB8-8A90-43AE-AFC0-DD5DF95CF852}"/>
    <pc:docChg chg="undo custSel addSld delSld modSld">
      <pc:chgData name="Nguyen Long" userId="e4e93a65-ca82-41ec-92c8-0e4fdb0a72ae" providerId="ADAL" clId="{0FE3AEB8-8A90-43AE-AFC0-DD5DF95CF852}" dt="2021-10-04T02:23:34.225" v="43"/>
      <pc:docMkLst>
        <pc:docMk/>
      </pc:docMkLst>
      <pc:sldChg chg="modSp">
        <pc:chgData name="Nguyen Long" userId="e4e93a65-ca82-41ec-92c8-0e4fdb0a72ae" providerId="ADAL" clId="{0FE3AEB8-8A90-43AE-AFC0-DD5DF95CF852}" dt="2021-10-03T14:01:43.508" v="3" actId="20577"/>
        <pc:sldMkLst>
          <pc:docMk/>
          <pc:sldMk cId="2087666409" sldId="264"/>
        </pc:sldMkLst>
      </pc:sldChg>
      <pc:sldChg chg="addSp delSp modSp mod delAnim modAnim">
        <pc:chgData name="Nguyen Long" userId="e4e93a65-ca82-41ec-92c8-0e4fdb0a72ae" providerId="ADAL" clId="{0FE3AEB8-8A90-43AE-AFC0-DD5DF95CF852}" dt="2021-10-04T01:52:09.357" v="16"/>
        <pc:sldMkLst>
          <pc:docMk/>
          <pc:sldMk cId="4112125962" sldId="289"/>
        </pc:sldMkLst>
      </pc:sldChg>
      <pc:sldChg chg="addSp delSp modSp add mod addAnim delAnim modAnim">
        <pc:chgData name="Nguyen Long" userId="e4e93a65-ca82-41ec-92c8-0e4fdb0a72ae" providerId="ADAL" clId="{0FE3AEB8-8A90-43AE-AFC0-DD5DF95CF852}" dt="2021-10-04T02:23:34.225" v="43"/>
        <pc:sldMkLst>
          <pc:docMk/>
          <pc:sldMk cId="2352627091" sldId="300"/>
        </pc:sldMkLst>
      </pc:sldChg>
      <pc:sldChg chg="add del">
        <pc:chgData name="Nguyen Long" userId="e4e93a65-ca82-41ec-92c8-0e4fdb0a72ae" providerId="ADAL" clId="{0FE3AEB8-8A90-43AE-AFC0-DD5DF95CF852}" dt="2021-10-04T02:20:21.220" v="24" actId="22"/>
        <pc:sldMkLst>
          <pc:docMk/>
          <pc:sldMk cId="187612407" sldId="301"/>
        </pc:sldMkLst>
      </pc:sldChg>
    </pc:docChg>
  </pc:docChgLst>
  <pc:docChgLst>
    <pc:chgData name="Nguyen Long" userId="e4e93a65-ca82-41ec-92c8-0e4fdb0a72ae" providerId="ADAL" clId="{96567FCA-6AE9-4958-A617-3B23D295C4D9}"/>
    <pc:docChg chg="undo custSel addSld delSld modSld">
      <pc:chgData name="Nguyen Long" userId="e4e93a65-ca82-41ec-92c8-0e4fdb0a72ae" providerId="ADAL" clId="{96567FCA-6AE9-4958-A617-3B23D295C4D9}" dt="2020-10-07T02:45:53.130" v="279" actId="14100"/>
      <pc:docMkLst>
        <pc:docMk/>
      </pc:docMkLst>
      <pc:sldChg chg="modSp new del">
        <pc:chgData name="Nguyen Long" userId="e4e93a65-ca82-41ec-92c8-0e4fdb0a72ae" providerId="ADAL" clId="{96567FCA-6AE9-4958-A617-3B23D295C4D9}" dt="2020-10-01T03:05:06.941" v="11" actId="47"/>
        <pc:sldMkLst>
          <pc:docMk/>
          <pc:sldMk cId="386559278" sldId="256"/>
        </pc:sldMkLst>
      </pc:sldChg>
      <pc:sldChg chg="delSp add mod">
        <pc:chgData name="Nguyen Long" userId="e4e93a65-ca82-41ec-92c8-0e4fdb0a72ae" providerId="ADAL" clId="{96567FCA-6AE9-4958-A617-3B23D295C4D9}" dt="2020-10-01T03:14:45.763" v="55" actId="478"/>
        <pc:sldMkLst>
          <pc:docMk/>
          <pc:sldMk cId="1829236185" sldId="257"/>
        </pc:sldMkLst>
      </pc:sldChg>
      <pc:sldChg chg="modSp add modAnim">
        <pc:chgData name="Nguyen Long" userId="e4e93a65-ca82-41ec-92c8-0e4fdb0a72ae" providerId="ADAL" clId="{96567FCA-6AE9-4958-A617-3B23D295C4D9}" dt="2020-10-01T03:16:22.481" v="78"/>
        <pc:sldMkLst>
          <pc:docMk/>
          <pc:sldMk cId="2848987940" sldId="263"/>
        </pc:sldMkLst>
      </pc:sldChg>
      <pc:sldChg chg="modSp new mod modAnim">
        <pc:chgData name="Nguyen Long" userId="e4e93a65-ca82-41ec-92c8-0e4fdb0a72ae" providerId="ADAL" clId="{96567FCA-6AE9-4958-A617-3B23D295C4D9}" dt="2020-10-01T03:13:46.851" v="54" actId="2711"/>
        <pc:sldMkLst>
          <pc:docMk/>
          <pc:sldMk cId="2087666409" sldId="264"/>
        </pc:sldMkLst>
      </pc:sldChg>
      <pc:sldChg chg="addSp delSp modSp add mod modAnim">
        <pc:chgData name="Nguyen Long" userId="e4e93a65-ca82-41ec-92c8-0e4fdb0a72ae" providerId="ADAL" clId="{96567FCA-6AE9-4958-A617-3B23D295C4D9}" dt="2020-10-07T02:45:53.130" v="279" actId="14100"/>
        <pc:sldMkLst>
          <pc:docMk/>
          <pc:sldMk cId="1659704867" sldId="265"/>
        </pc:sldMkLst>
      </pc:sldChg>
      <pc:sldChg chg="add">
        <pc:chgData name="Nguyen Long" userId="e4e93a65-ca82-41ec-92c8-0e4fdb0a72ae" providerId="ADAL" clId="{96567FCA-6AE9-4958-A617-3B23D295C4D9}" dt="2020-10-01T03:15:54.951" v="60"/>
        <pc:sldMkLst>
          <pc:docMk/>
          <pc:sldMk cId="1226710171" sldId="266"/>
        </pc:sldMkLst>
      </pc:sldChg>
      <pc:sldChg chg="add">
        <pc:chgData name="Nguyen Long" userId="e4e93a65-ca82-41ec-92c8-0e4fdb0a72ae" providerId="ADAL" clId="{96567FCA-6AE9-4958-A617-3B23D295C4D9}" dt="2020-10-01T03:15:55.201" v="61"/>
        <pc:sldMkLst>
          <pc:docMk/>
          <pc:sldMk cId="2423656638" sldId="267"/>
        </pc:sldMkLst>
      </pc:sldChg>
      <pc:sldChg chg="add">
        <pc:chgData name="Nguyen Long" userId="e4e93a65-ca82-41ec-92c8-0e4fdb0a72ae" providerId="ADAL" clId="{96567FCA-6AE9-4958-A617-3B23D295C4D9}" dt="2020-10-01T03:15:55.421" v="62"/>
        <pc:sldMkLst>
          <pc:docMk/>
          <pc:sldMk cId="2531964295" sldId="268"/>
        </pc:sldMkLst>
      </pc:sldChg>
      <pc:sldChg chg="add">
        <pc:chgData name="Nguyen Long" userId="e4e93a65-ca82-41ec-92c8-0e4fdb0a72ae" providerId="ADAL" clId="{96567FCA-6AE9-4958-A617-3B23D295C4D9}" dt="2020-10-01T03:15:55.571" v="63"/>
        <pc:sldMkLst>
          <pc:docMk/>
          <pc:sldMk cId="4152420532" sldId="269"/>
        </pc:sldMkLst>
      </pc:sldChg>
      <pc:sldChg chg="add">
        <pc:chgData name="Nguyen Long" userId="e4e93a65-ca82-41ec-92c8-0e4fdb0a72ae" providerId="ADAL" clId="{96567FCA-6AE9-4958-A617-3B23D295C4D9}" dt="2020-10-01T03:15:55.812" v="64"/>
        <pc:sldMkLst>
          <pc:docMk/>
          <pc:sldMk cId="2720085904" sldId="270"/>
        </pc:sldMkLst>
      </pc:sldChg>
      <pc:sldChg chg="add">
        <pc:chgData name="Nguyen Long" userId="e4e93a65-ca82-41ec-92c8-0e4fdb0a72ae" providerId="ADAL" clId="{96567FCA-6AE9-4958-A617-3B23D295C4D9}" dt="2020-10-01T03:15:55.991" v="65"/>
        <pc:sldMkLst>
          <pc:docMk/>
          <pc:sldMk cId="1603437954" sldId="271"/>
        </pc:sldMkLst>
      </pc:sldChg>
      <pc:sldChg chg="add">
        <pc:chgData name="Nguyen Long" userId="e4e93a65-ca82-41ec-92c8-0e4fdb0a72ae" providerId="ADAL" clId="{96567FCA-6AE9-4958-A617-3B23D295C4D9}" dt="2020-10-01T03:15:56.121" v="66"/>
        <pc:sldMkLst>
          <pc:docMk/>
          <pc:sldMk cId="4225179964" sldId="272"/>
        </pc:sldMkLst>
      </pc:sldChg>
      <pc:sldChg chg="add">
        <pc:chgData name="Nguyen Long" userId="e4e93a65-ca82-41ec-92c8-0e4fdb0a72ae" providerId="ADAL" clId="{96567FCA-6AE9-4958-A617-3B23D295C4D9}" dt="2020-10-01T03:15:56.281" v="67"/>
        <pc:sldMkLst>
          <pc:docMk/>
          <pc:sldMk cId="3569943489" sldId="273"/>
        </pc:sldMkLst>
      </pc:sldChg>
      <pc:sldChg chg="add">
        <pc:chgData name="Nguyen Long" userId="e4e93a65-ca82-41ec-92c8-0e4fdb0a72ae" providerId="ADAL" clId="{96567FCA-6AE9-4958-A617-3B23D295C4D9}" dt="2020-10-01T03:15:56.421" v="68"/>
        <pc:sldMkLst>
          <pc:docMk/>
          <pc:sldMk cId="3868734443" sldId="274"/>
        </pc:sldMkLst>
      </pc:sldChg>
      <pc:sldChg chg="add">
        <pc:chgData name="Nguyen Long" userId="e4e93a65-ca82-41ec-92c8-0e4fdb0a72ae" providerId="ADAL" clId="{96567FCA-6AE9-4958-A617-3B23D295C4D9}" dt="2020-10-01T03:15:56.566" v="69"/>
        <pc:sldMkLst>
          <pc:docMk/>
          <pc:sldMk cId="1124086623" sldId="275"/>
        </pc:sldMkLst>
      </pc:sldChg>
      <pc:sldChg chg="add">
        <pc:chgData name="Nguyen Long" userId="e4e93a65-ca82-41ec-92c8-0e4fdb0a72ae" providerId="ADAL" clId="{96567FCA-6AE9-4958-A617-3B23D295C4D9}" dt="2020-10-01T03:15:56.821" v="70"/>
        <pc:sldMkLst>
          <pc:docMk/>
          <pc:sldMk cId="3459953835" sldId="276"/>
        </pc:sldMkLst>
      </pc:sldChg>
      <pc:sldChg chg="add">
        <pc:chgData name="Nguyen Long" userId="e4e93a65-ca82-41ec-92c8-0e4fdb0a72ae" providerId="ADAL" clId="{96567FCA-6AE9-4958-A617-3B23D295C4D9}" dt="2020-10-01T03:15:56.951" v="71"/>
        <pc:sldMkLst>
          <pc:docMk/>
          <pc:sldMk cId="3180810463" sldId="277"/>
        </pc:sldMkLst>
      </pc:sldChg>
      <pc:sldChg chg="add">
        <pc:chgData name="Nguyen Long" userId="e4e93a65-ca82-41ec-92c8-0e4fdb0a72ae" providerId="ADAL" clId="{96567FCA-6AE9-4958-A617-3B23D295C4D9}" dt="2020-10-01T03:15:57.096" v="72"/>
        <pc:sldMkLst>
          <pc:docMk/>
          <pc:sldMk cId="421224764" sldId="278"/>
        </pc:sldMkLst>
      </pc:sldChg>
      <pc:sldChg chg="add">
        <pc:chgData name="Nguyen Long" userId="e4e93a65-ca82-41ec-92c8-0e4fdb0a72ae" providerId="ADAL" clId="{96567FCA-6AE9-4958-A617-3B23D295C4D9}" dt="2020-10-01T03:15:57.261" v="73"/>
        <pc:sldMkLst>
          <pc:docMk/>
          <pc:sldMk cId="634312912" sldId="279"/>
        </pc:sldMkLst>
      </pc:sldChg>
      <pc:sldChg chg="add">
        <pc:chgData name="Nguyen Long" userId="e4e93a65-ca82-41ec-92c8-0e4fdb0a72ae" providerId="ADAL" clId="{96567FCA-6AE9-4958-A617-3B23D295C4D9}" dt="2020-10-01T03:15:57.421" v="74"/>
        <pc:sldMkLst>
          <pc:docMk/>
          <pc:sldMk cId="1542154323" sldId="280"/>
        </pc:sldMkLst>
      </pc:sldChg>
      <pc:sldChg chg="add">
        <pc:chgData name="Nguyen Long" userId="e4e93a65-ca82-41ec-92c8-0e4fdb0a72ae" providerId="ADAL" clId="{96567FCA-6AE9-4958-A617-3B23D295C4D9}" dt="2020-10-01T03:15:57.571" v="75"/>
        <pc:sldMkLst>
          <pc:docMk/>
          <pc:sldMk cId="2699609741" sldId="281"/>
        </pc:sldMkLst>
      </pc:sldChg>
      <pc:sldMasterChg chg="delSldLayout">
        <pc:chgData name="Nguyen Long" userId="e4e93a65-ca82-41ec-92c8-0e4fdb0a72ae" providerId="ADAL" clId="{96567FCA-6AE9-4958-A617-3B23D295C4D9}" dt="2020-10-01T03:05:06.941" v="11" actId="47"/>
        <pc:sldMasterMkLst>
          <pc:docMk/>
          <pc:sldMasterMk cId="1905916462" sldId="2147483660"/>
        </pc:sldMasterMkLst>
        <pc:sldLayoutChg chg="del">
          <pc:chgData name="Nguyen Long" userId="e4e93a65-ca82-41ec-92c8-0e4fdb0a72ae" providerId="ADAL" clId="{96567FCA-6AE9-4958-A617-3B23D295C4D9}" dt="2020-10-01T03:05:06.941" v="11" actId="47"/>
          <pc:sldLayoutMkLst>
            <pc:docMk/>
            <pc:sldMasterMk cId="1905916462" sldId="2147483660"/>
            <pc:sldLayoutMk cId="2815571911" sldId="2147483673"/>
          </pc:sldLayoutMkLst>
        </pc:sldLayoutChg>
      </pc:sldMasterChg>
    </pc:docChg>
  </pc:docChgLst>
  <pc:docChgLst>
    <pc:chgData name="Nguyen Tuan. Long" userId="e4e93a65-ca82-41ec-92c8-0e4fdb0a72ae" providerId="ADAL" clId="{835C0B4E-5E89-4757-9C6E-EC78E5358DA0}"/>
    <pc:docChg chg="modSld">
      <pc:chgData name="Nguyen Tuan. Long" userId="e4e93a65-ca82-41ec-92c8-0e4fdb0a72ae" providerId="ADAL" clId="{835C0B4E-5E89-4757-9C6E-EC78E5358DA0}" dt="2023-10-24T00:34:10.280" v="2" actId="1076"/>
      <pc:docMkLst>
        <pc:docMk/>
      </pc:docMkLst>
      <pc:sldChg chg="addSp">
        <pc:chgData name="Nguyen Tuan. Long" userId="e4e93a65-ca82-41ec-92c8-0e4fdb0a72ae" providerId="ADAL" clId="{835C0B4E-5E89-4757-9C6E-EC78E5358DA0}" dt="2023-10-17T01:47:29.840" v="0"/>
        <pc:sldMkLst>
          <pc:docMk/>
          <pc:sldMk cId="3799542930" sldId="308"/>
        </pc:sldMkLst>
      </pc:sldChg>
      <pc:sldChg chg="addSp modSp mod">
        <pc:chgData name="Nguyen Tuan. Long" userId="e4e93a65-ca82-41ec-92c8-0e4fdb0a72ae" providerId="ADAL" clId="{835C0B4E-5E89-4757-9C6E-EC78E5358DA0}" dt="2023-10-24T00:34:10.280" v="2" actId="1076"/>
        <pc:sldMkLst>
          <pc:docMk/>
          <pc:sldMk cId="75463452" sldId="311"/>
        </pc:sldMkLst>
      </pc:sldChg>
    </pc:docChg>
  </pc:docChgLst>
  <pc:docChgLst>
    <pc:chgData name="Nguyen Tuan. Long" userId="e4e93a65-ca82-41ec-92c8-0e4fdb0a72ae" providerId="ADAL" clId="{5F356E08-89CA-4535-9BB4-E3EE8B70783B}"/>
    <pc:docChg chg="undo custSel addSld delSld modSld">
      <pc:chgData name="Nguyen Tuan. Long" userId="e4e93a65-ca82-41ec-92c8-0e4fdb0a72ae" providerId="ADAL" clId="{5F356E08-89CA-4535-9BB4-E3EE8B70783B}" dt="2023-10-09T13:56:33.749" v="220" actId="1076"/>
      <pc:docMkLst>
        <pc:docMk/>
      </pc:docMkLst>
      <pc:sldChg chg="addSp modSp mod modAnim">
        <pc:chgData name="Nguyen Tuan. Long" userId="e4e93a65-ca82-41ec-92c8-0e4fdb0a72ae" providerId="ADAL" clId="{5F356E08-89CA-4535-9BB4-E3EE8B70783B}" dt="2023-10-09T12:53:52.667" v="3" actId="1035"/>
        <pc:sldMkLst>
          <pc:docMk/>
          <pc:sldMk cId="1659704867" sldId="265"/>
        </pc:sldMkLst>
      </pc:sldChg>
      <pc:sldChg chg="addSp delSp modSp mod">
        <pc:chgData name="Nguyen Tuan. Long" userId="e4e93a65-ca82-41ec-92c8-0e4fdb0a72ae" providerId="ADAL" clId="{5F356E08-89CA-4535-9BB4-E3EE8B70783B}" dt="2023-10-09T13:53:32.918" v="199" actId="478"/>
        <pc:sldMkLst>
          <pc:docMk/>
          <pc:sldMk cId="2499807407" sldId="284"/>
        </pc:sldMkLst>
      </pc:sldChg>
      <pc:sldChg chg="modSp mod">
        <pc:chgData name="Nguyen Tuan. Long" userId="e4e93a65-ca82-41ec-92c8-0e4fdb0a72ae" providerId="ADAL" clId="{5F356E08-89CA-4535-9BB4-E3EE8B70783B}" dt="2023-10-09T13:40:00.067" v="109" actId="20577"/>
        <pc:sldMkLst>
          <pc:docMk/>
          <pc:sldMk cId="1471080000" sldId="299"/>
        </pc:sldMkLst>
      </pc:sldChg>
      <pc:sldChg chg="addSp delSp modSp new mod setBg">
        <pc:chgData name="Nguyen Tuan. Long" userId="e4e93a65-ca82-41ec-92c8-0e4fdb0a72ae" providerId="ADAL" clId="{5F356E08-89CA-4535-9BB4-E3EE8B70783B}" dt="2023-10-09T13:56:33.749" v="220" actId="1076"/>
        <pc:sldMkLst>
          <pc:docMk/>
          <pc:sldMk cId="2662487882" sldId="305"/>
        </pc:sldMkLst>
      </pc:sldChg>
      <pc:sldChg chg="addSp delSp modSp add mod">
        <pc:chgData name="Nguyen Tuan. Long" userId="e4e93a65-ca82-41ec-92c8-0e4fdb0a72ae" providerId="ADAL" clId="{5F356E08-89CA-4535-9BB4-E3EE8B70783B}" dt="2023-10-09T13:47:09.649" v="190" actId="12"/>
        <pc:sldMkLst>
          <pc:docMk/>
          <pc:sldMk cId="4215132496" sldId="306"/>
        </pc:sldMkLst>
      </pc:sldChg>
      <pc:sldChg chg="add del">
        <pc:chgData name="Nguyen Tuan. Long" userId="e4e93a65-ca82-41ec-92c8-0e4fdb0a72ae" providerId="ADAL" clId="{5F356E08-89CA-4535-9BB4-E3EE8B70783B}" dt="2023-10-09T13:42:31.175" v="127"/>
        <pc:sldMkLst>
          <pc:docMk/>
          <pc:sldMk cId="3749381641" sldId="307"/>
        </pc:sldMkLst>
      </pc:sldChg>
      <pc:sldChg chg="addSp delSp modSp add mod">
        <pc:chgData name="Nguyen Tuan. Long" userId="e4e93a65-ca82-41ec-92c8-0e4fdb0a72ae" providerId="ADAL" clId="{5F356E08-89CA-4535-9BB4-E3EE8B70783B}" dt="2023-10-09T13:47:21.417" v="191" actId="14100"/>
        <pc:sldMkLst>
          <pc:docMk/>
          <pc:sldMk cId="4000102279" sldId="307"/>
        </pc:sldMkLst>
      </pc:sldChg>
      <pc:sldChg chg="addSp delSp modSp add mod">
        <pc:chgData name="Nguyen Tuan. Long" userId="e4e93a65-ca82-41ec-92c8-0e4fdb0a72ae" providerId="ADAL" clId="{5F356E08-89CA-4535-9BB4-E3EE8B70783B}" dt="2023-10-09T13:54:25.330" v="214" actId="12"/>
        <pc:sldMkLst>
          <pc:docMk/>
          <pc:sldMk cId="3799542930" sldId="308"/>
        </pc:sldMkLst>
      </pc:sldChg>
      <pc:sldChg chg="add del">
        <pc:chgData name="Nguyen Tuan. Long" userId="e4e93a65-ca82-41ec-92c8-0e4fdb0a72ae" providerId="ADAL" clId="{5F356E08-89CA-4535-9BB4-E3EE8B70783B}" dt="2023-10-09T13:53:49.646" v="204"/>
        <pc:sldMkLst>
          <pc:docMk/>
          <pc:sldMk cId="3510770652" sldId="309"/>
        </pc:sldMkLst>
      </pc:sldChg>
    </pc:docChg>
  </pc:docChgLst>
  <pc:docChgLst>
    <pc:chgData name="Nguyen Tuan. Long" userId="e4e93a65-ca82-41ec-92c8-0e4fdb0a72ae" providerId="ADAL" clId="{1711D69D-57B9-4F86-905C-82C62A2CBF40}"/>
    <pc:docChg chg="undo custSel addSld delSld modSld">
      <pc:chgData name="Nguyen Tuan. Long" userId="e4e93a65-ca82-41ec-92c8-0e4fdb0a72ae" providerId="ADAL" clId="{1711D69D-57B9-4F86-905C-82C62A2CBF40}" dt="2022-10-13T12:33:33.822" v="156"/>
      <pc:docMkLst>
        <pc:docMk/>
      </pc:docMkLst>
      <pc:sldChg chg="modSp">
        <pc:chgData name="Nguyen Tuan. Long" userId="e4e93a65-ca82-41ec-92c8-0e4fdb0a72ae" providerId="ADAL" clId="{1711D69D-57B9-4F86-905C-82C62A2CBF40}" dt="2022-10-06T11:55:39.645" v="0" actId="20577"/>
        <pc:sldMkLst>
          <pc:docMk/>
          <pc:sldMk cId="2087666409" sldId="264"/>
        </pc:sldMkLst>
      </pc:sldChg>
      <pc:sldChg chg="modAnim">
        <pc:chgData name="Nguyen Tuan. Long" userId="e4e93a65-ca82-41ec-92c8-0e4fdb0a72ae" providerId="ADAL" clId="{1711D69D-57B9-4F86-905C-82C62A2CBF40}" dt="2022-10-06T12:07:15.326" v="3"/>
        <pc:sldMkLst>
          <pc:docMk/>
          <pc:sldMk cId="3283112547" sldId="285"/>
        </pc:sldMkLst>
      </pc:sldChg>
      <pc:sldChg chg="modAnim">
        <pc:chgData name="Nguyen Tuan. Long" userId="e4e93a65-ca82-41ec-92c8-0e4fdb0a72ae" providerId="ADAL" clId="{1711D69D-57B9-4F86-905C-82C62A2CBF40}" dt="2022-10-12T04:44:43.071" v="7"/>
        <pc:sldMkLst>
          <pc:docMk/>
          <pc:sldMk cId="2885383647" sldId="298"/>
        </pc:sldMkLst>
      </pc:sldChg>
      <pc:sldChg chg="add">
        <pc:chgData name="Nguyen Tuan. Long" userId="e4e93a65-ca82-41ec-92c8-0e4fdb0a72ae" providerId="ADAL" clId="{1711D69D-57B9-4F86-905C-82C62A2CBF40}" dt="2022-10-13T12:33:33.822" v="156"/>
        <pc:sldMkLst>
          <pc:docMk/>
          <pc:sldMk cId="1471080000" sldId="299"/>
        </pc:sldMkLst>
      </pc:sldChg>
      <pc:sldChg chg="addSp delSp modSp del mod delAnim">
        <pc:chgData name="Nguyen Tuan. Long" userId="e4e93a65-ca82-41ec-92c8-0e4fdb0a72ae" providerId="ADAL" clId="{1711D69D-57B9-4F86-905C-82C62A2CBF40}" dt="2022-10-13T12:33:16.494" v="155" actId="2696"/>
        <pc:sldMkLst>
          <pc:docMk/>
          <pc:sldMk cId="3068044845" sldId="299"/>
        </pc:sldMkLst>
      </pc:sldChg>
      <pc:sldChg chg="addSp delSp modSp add del mod">
        <pc:chgData name="Nguyen Tuan. Long" userId="e4e93a65-ca82-41ec-92c8-0e4fdb0a72ae" providerId="ADAL" clId="{1711D69D-57B9-4F86-905C-82C62A2CBF40}" dt="2022-10-13T12:32:10.291" v="154" actId="2696"/>
        <pc:sldMkLst>
          <pc:docMk/>
          <pc:sldMk cId="745297035" sldId="301"/>
        </pc:sldMkLst>
      </pc:sldChg>
      <pc:sldChg chg="addSp delSp modSp add del mod">
        <pc:chgData name="Nguyen Tuan. Long" userId="e4e93a65-ca82-41ec-92c8-0e4fdb0a72ae" providerId="ADAL" clId="{1711D69D-57B9-4F86-905C-82C62A2CBF40}" dt="2022-10-13T12:33:16.494" v="155" actId="2696"/>
        <pc:sldMkLst>
          <pc:docMk/>
          <pc:sldMk cId="1176640069" sldId="302"/>
        </pc:sldMkLst>
      </pc:sldChg>
      <pc:sldChg chg="add">
        <pc:chgData name="Nguyen Tuan. Long" userId="e4e93a65-ca82-41ec-92c8-0e4fdb0a72ae" providerId="ADAL" clId="{1711D69D-57B9-4F86-905C-82C62A2CBF40}" dt="2022-10-13T12:33:33.822" v="156"/>
        <pc:sldMkLst>
          <pc:docMk/>
          <pc:sldMk cId="2951622725" sldId="302"/>
        </pc:sldMkLst>
      </pc:sldChg>
      <pc:sldChg chg="add">
        <pc:chgData name="Nguyen Tuan. Long" userId="e4e93a65-ca82-41ec-92c8-0e4fdb0a72ae" providerId="ADAL" clId="{1711D69D-57B9-4F86-905C-82C62A2CBF40}" dt="2022-10-13T12:33:33.822" v="156"/>
        <pc:sldMkLst>
          <pc:docMk/>
          <pc:sldMk cId="300917653" sldId="303"/>
        </pc:sldMkLst>
      </pc:sldChg>
      <pc:sldChg chg="addSp delSp modSp add del mod">
        <pc:chgData name="Nguyen Tuan. Long" userId="e4e93a65-ca82-41ec-92c8-0e4fdb0a72ae" providerId="ADAL" clId="{1711D69D-57B9-4F86-905C-82C62A2CBF40}" dt="2022-10-13T12:33:16.494" v="155" actId="2696"/>
        <pc:sldMkLst>
          <pc:docMk/>
          <pc:sldMk cId="544644018" sldId="303"/>
        </pc:sldMkLst>
      </pc:sldChg>
      <pc:sldChg chg="add del">
        <pc:chgData name="Nguyen Tuan. Long" userId="e4e93a65-ca82-41ec-92c8-0e4fdb0a72ae" providerId="ADAL" clId="{1711D69D-57B9-4F86-905C-82C62A2CBF40}" dt="2022-10-13T12:33:16.494" v="155" actId="2696"/>
        <pc:sldMkLst>
          <pc:docMk/>
          <pc:sldMk cId="492854569" sldId="304"/>
        </pc:sldMkLst>
      </pc:sldChg>
      <pc:sldChg chg="add">
        <pc:chgData name="Nguyen Tuan. Long" userId="e4e93a65-ca82-41ec-92c8-0e4fdb0a72ae" providerId="ADAL" clId="{1711D69D-57B9-4F86-905C-82C62A2CBF40}" dt="2022-10-13T12:33:33.822" v="156"/>
        <pc:sldMkLst>
          <pc:docMk/>
          <pc:sldMk cId="2634407086" sldId="304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3-10-17T01:42:25.1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12329 10557 1438 0,'6'1'555'0,"-3"3"-189"0,2 0-104 0,-3-3-79 15,1 2-62-15,-2-1-49 0,1-2-33 0,-2 0-22 0,3 1-5 16,-3-1-2-16,2 0 0 0,0 0-3 0,-1 0 1 15,2 0 0-15,-3 0-1 0,2 0-1 0,1 0 2 16,-3 0-3-16,0 0 4 0,0 0 0 16,0 0 3-16,0 0 2 0,1 0 0 0,-1 0 1 15,3 0 0-15,-3 0 1 0,0-1-2 0,0 1 0 16,0 0 0-16,0 0 0 0,0 0 1 0,0 0 0 0,0 0 1 16,0 0 1-16,0 0 3 0,0 0 0 0,0 0 4 15,0 0 2-15,0 0 3 0,0 0 2 16,0 0 1-16,0 0 0 0,0 0 0 0,0 0-4 15,-3 0-2-15,3 0-1 0,0 0-2 0,0 0-1 16,0 1-4-16,0-1 2 0,0 0-4 0,-1 0-1 16,1 0-2-1,0 0-2-15,-3 0-3 0,1 0-2 0,-1 0-4 16,-2 0 1-16,2 2 1 0,-3-2 0 0,2 1 0 16,0 1 3-16,-2-1 2 0,1 0 0 0,-2-1 2 15,3 0 0-15,-1 2 2 0,-3 0 2 0,2-2 2 16,-1 1 3-16,1-1-1 0,-2 0 0 15,2 0-1-15,-2 0-3 0,2 0-2 0,-1 0-1 16,0 0-1-16,-1 0 1 0,1 0 1 0,-1 0-1 0,-1 0 1 16,1 0 0-16,0 0-2 0,0 0 0 0,0 0-2 15,0 0 0-15,2 0-2 0,-1 0-1 0,1 0 0 16,0 0 0-16,1 0-1 0,0 0-1 16,-1 0 0-16,1 0-1 0,-1 0 0 0,2 0 0 15,-3 0 1-15,2 0 0 0,0 0-1 0,-1 0 1 16,0 0-2-16,-2 0 1 15,2 0-2-15,-1 0 1 0,0 0-1 16,0 0 1-16,1 0 0 0,-1 0 1 0,2 0-1 16,-2 0 3-16,2 0 1 0,-3 0 0 0,3 0-1 15,0 0-1-15,-2-1 1 0,4-1-2 16,-2 2-1-16,0 0 2 0,4 0 2 0,-4 0-1 16,1-2 1-16,0 2-1 0,-4-1 0 0,0 0-2 15,2-1 2-15,-1 1 1 0,0-1 0 0,0 2-1 0,1 0-1 16,-1 0 2-16,-2 0-2 0,3 0-1 0,-2-1 0 15,1-1-1-15,1 1 0 0,-2-1-1 16,0 1 0-16,2 1 1 0,-1 0 1 0,-2-2 0 16,1 2-1-16,0 0-1 0,-4-2-2 0,4 1-1 15,-2 0 0-15,1-1 1 0,-2 2 1 16,1-1 2-16,2 1 2 0,-1 0 1 0,1-2-1 0,-2 1-1 0,-4-1-1 16,0 2 0-16,-2-1 1 0,2-1-2 15,-2 2 1-15,4-1 3 0,0-1 0 0,0 0-2 16,-1 2 2-16,2 0-1 0,0-2 0 0,1 2 1 15,-2 0 0-15,1-2 1 0,1 2-1 16,0 0-1-16,-2-1 0 0,3 1 0 0,-2 0-1 16,1 0-1-16,2 0 1 15,-3 0 0-15,2 0-1 0,-1 0 1 0,-1 0-2 16,3 0 1-16,-1 0-1 0,1 0 0 16,-1 0-1-16,0 0 2 0,0 0-2 0,-5 0 0 15,1 1 0-15,1 1 0 0,0-2 1 0,1 2-1 16,-3 0 3-16,3 1-1 0,-3-3 1 0,3 3 2 15,-2 0-2-15,-3-1-1 0,3 1-1 0,-2-1 2 0,2 2-3 16,-1-1 0-16,1 0 0 0,-1-2 2 16,3 2 0-16,-2 0 0 0,1-2-1 0,1 3 1 15,1-1-1-15,1-2 0 0,1 1 0 0,0 1 1 16,-1-2-2-16,2 1 1 0,1-2 0 0,-1 3 0 16,-1-1-1-16,-1 2-1 0,1-3 0 15,-2-1 1-15,0 2 0 0,-2-1 0 0,3 1 0 16,-3-1 2-16,0-1-2 15,-2 2 1-15,1-1 1 0,-1 1 1 0,-2-2 1 16,2 2-1-16,-2-2 2 0,3 2 0 16,-2 0-1-16,2-1 0 0,-1-1 1 0,1 2 0 15,-1-1-1-15,3 1 3 0,1-1-2 0,-2-1 1 16,4 2 0-16,-2-2-1 0,0 0-1 0,0 0 1 16,0 0-2-16,2 0-3 0,-4 0 2 15,1 0 0-15,0 0-1 0,0 1-1 0,-1 1-1 0,0-1 1 0,-1 0 0 16,1 1-1-16,-3 0 1 0,-2-2 0 15,3 1 1-15,-2 2-1 0,3-1 1 0,-1-1-2 16,3 1 1-16,0-1 3 0,0 1 1 0,0-1-2 16,0 0 2-16,-2-1 1 0,2 2-2 15,3 0 0-15,-3-1-2 0,3 1 2 0,0-1-1 16,-1-1 1-16,-2 2 1 16,4-1 0-16,-1-1-3 0,-1 0 1 15,0 2 0-15,1-1-1 0,0 1-1 0,-2-2 0 16,1 1 0-16,-1 1-2 0,1-1 2 0,-1 2 0 15,1-1 0-15,1 1-1 0,-1 0 1 16,1-2 0-16,-1 2 0 0,0-1 0 0,3 0 0 16,-1 3 0-16,1-3 0 0,-2 2-1 0,2-1 0 15,1 1 0-15,0 0-1 0,-1-1 1 0,1 0 0 0,-1-2 1 16,3 2-1-16,-2 1 0 0,2-2 1 0,-2 3-1 16,2-2 1-16,-2 1 1 0,-1-1-2 0,1 2-2 15,1-2 2-15,0 1 1 0,0-1 1 16,0 2-2-16,0-1 1 0,0-1 4 0,-2 3-3 15,0-1 0-15,1 1-1 0,0-2 1 0,-1 1 0 16,0 0 1-16,1 2-2 0,2-1 1 0,-2 0-1 0,2 0-1 16,-2 1 1-16,2-2 0 0,-3 2 1 0,0 2-1 15,-1-1 0-15,2-1 1 0,-1 0 0 0,4 1 0 16,-1 0 1-16,-1-1 1 0,-1 1 1 16,2 0 0-16,-1 0 2 0,0 1-1 0,0-1 1 15,0-2-1-15,-1-1 3 0,1 3 0 0,0-2 0 16,-1 0 2-1,2 0-1-15,0 0-1 0,1 1 0 0,-1-2-3 16,2 0 1-16,-1-1-2 0,-1 0-1 0,3 0-2 16,0 2 1-16,0-2 1 0,3 0-2 0,-1 3 1 15,-1-3 2-15,2 1 1 0,-1 2 0 0,1-2 1 16,-3 1-2-16,3-1 2 0,-3 3-1 16,2-2 1-16,1 0-1 0,-1 2 3 0,3-1 1 15,-1 1 0-15,1 1-2 0,-2 0 3 0,3-2-3 0,-1 2-1 16,0 0 1-16,1 0 0 0,0 0 0 0,-1-2 1 15,3 1 1-15,-1 0 0 0,0 1 1 0,0 0 0 16,-1-2 1-16,1 1-1 0,-1-4 0 16,3 2 2-16,-2-3 1 0,1 2-2 0,-2-2 2 15,2 1 4-15,0 1-2 0,0-1 1 0,0 2-1 16,1-3 3 0,-1 2-1-16,2-2-1 0,0 1 2 0,0-1 1 15,-2-1 1-15,4 1-2 0,1-3 0 0,-2 2-2 16,3-2-1-16,1 0-4 0,-1 0-3 15,-3 0 0-15,3 2-4 0,-1 0 1 0,-2-1-3 16,3-1-1-16,-3 3 1 0,3-3 1 0,-3 2 0 16,1-1 1-16,-2 1-1 0,2-1 0 0,-1-1 0 15,1 2-1-15,-2-1 0 0,2 0 0 0,-2 1-1 0,1 0 1 16,0-2 0-16,0 1-1 0,0 1-1 0,-1-2 2 16,-1 0 1-16,1 0 0 0,-1 0-3 0,2 0 2 15,-3 0 3-15,0 0 0 0,0 0-1 16,0 0 0-16,0 0 1 0,-2 0 1 0,3 0-3 15,-2 0-2-15,-1 0 1 0,2 0 1 0,-2 0-2 16,2 0-2-16,0 0 1 0,2 0 1 0,-1 0-1 0,-1 0-1 16,2 0 1-16,1 1 2 0,0 1 0 0,-2-1-1 15,4-1-1-15,-2 2 1 0,0-1-1 0,0 1 0 16,0-1 0-16,0 0-2 0,0-1 0 16,-1 2 3-16,2 0-1 0,-4-2 0 0,2 0 0 15,-2 1 2-15,1-1-1 0,-1 2 0 0,-1-2 2 16,-1 1-3-1,3-1 1-15,-2 2 0 0,1-2-1 0,0 1-1 16,1-1 1-16,-1 0 0 0,0 2 0 16,1-2 0-16,-1 1 1 0,0 1-1 0,3-2 1 0,-2 0-3 15,-1 1 1-15,2 0-1 0,-1 1 1 16,1 0 0-16,-2-1 1 0,0 1 1 0,1-2-1 16,-1 1 3-16,0 1-2 0,1-1-2 0,-1 1 1 15,0-1-2-15,0-1 2 0,2 2-1 0,-2-1 0 0,0 1 2 16,1-2-1-16,2 2 0 0,-3-2 0 0,3 2 1 15,-2 0-1-15,1-1 0 0,-2-1 2 16,3 3-2-16,-3-3 0 0,0 2 0 0,0-1-1 16,1 1-1-16,2-1 1 0,-3 2-1 0,3 0 2 15,-1-1 0-15,-1-1 0 0,2 2 0 16,-3 0 1-16,3-3-1 16,-3 2 0-16,2-1 0 0,-1 1-1 0,2-1 2 15,2 0-1-15,-2 1-2 0,3 0 2 0,-1-1 1 16,-1 1 0-16,1-2-1 0,-2 0 0 15,3 0 1-15,-4 1-1 0,2-1 0 0,-2 0 0 16,-2 0 1-16,0 0-1 0,1 0-1 0,1 2 2 16,-2-1-2-16,-2 1 1 0,2-2-1 15,0 0 1-15,-2 1-2 0,2 1 0 0,1-2 1 0,-1 1 1 0,2 0 0 16,1 1-1-16,-3 0 1 0,3-1 1 16,0 1-1-16,0-2 0 0,0 1 0 0,0 1-3 15,0-1 0-15,-1 1 2 0,2-1 1 0,0-1 0 16,-3 2-1-16,4-1 4 0,-2 1-1 15,1-1-3-15,-2 1 0 0,1-2 1 0,1 1-3 0,-2 1 0 16,1-1-6 0,0-1 3-16,2 3 4 0,-1-3-1 0,-2 2 3 15,1 1 1-15,0-2 7 0,0-1-4 16,0 2-1-16,2-1-3 0,-4 0 0 0,4 1 0 16,0 0 0-16,0-2 2 0,0 1-2 0,-1 1 4 15,-1-1-2-15,3-1 0 0,-3 2-2 0,3-2 1 16,-3 1 1-16,5-1-2 0,-3 0 1 0,-2 2 0 15,5-2-1-15,-3 0 1 0,0 0 0 0,-1 0 2 0,0 0 2 16,1 0-1-16,-2 0-1 0,1 0-3 0,-2 1 1 16,1-1 0-16,0 0-6 0,0 0 0 15,1 0 3-15,-2 0 1 0,0 0 1 0,1 0 0 16,0 2 2-16,0-2 3 0,2 1-3 0,-4-1-2 16,3 0 2-16,-3 0-3 0,0 0 2 15,3 0-3-15,-2-1 2 0,2-1-2 0,-1 1 1 0,1-1 1 0,-2-1-3 16,1 0 0-16,1 2 2 0,-4-1-1 0,2 0 1 15,1 1 1-15,-2 0 0 0,-1-1 1 16,2 2 1-16,-4-1-1 0,0-1 2 0,3 1-2 16,-5-1-1-16,2 2 1 0,-1 0-1 0,1 2 0 15,-1-2-1-15,0 0 1 0,0-2-1 16,2-1 1-16,-2 2 0 16,3-1 0-16,0 1 1 0,1 1-1 0,0-3 2 15,-1 0 0-15,1 1 0 0,0-1-1 16,-1 0-1-16,2 2 1 0,1-2-1 0,-3-2 1 15,0 4 0-15,1-2 0 0,-3-2-1 0,1 4 0 16,-1-2 1-16,2-1-1 0,0 3-1 16,-3-2 0-16,-1 0 2 0,3-1 1 0,-2 1-2 15,2 1 2-15,-2 0 0 0,3 1-2 0,-1 0 0 0,-1-1 0 0,1 2 0 16,2-1 0-16,-1-2 0 0,1 1 0 16,-1-1 0-16,0 0-1 0,0 1 1 0,3 2-1 15,-2-2-2-15,1-1 3 0,-1 1-1 0,1-2 0 16,-1 1 0-16,2-2 2 0,-1 1-4 15,-1 1 3-15,-2-2 3 0,2 1-3 0,-1-1 0 16,0-1-1-16,0 2 5 16,4-1-2-16,-4-1-2 0,0 3 1 15,1 0 1-15,-2-1 0 0,1 0-2 0,0 0 0 16,1 1-1-16,-1-1 0 0,0 1 0 0,0-2 1 16,1 1 1-16,-2 1 0 0,-1-2 0 0,1 1 1 15,0-1 0-15,1 1-1 0,-3 1 1 16,3-2-2-16,0 2 1 0,-4-1-1 0,3-1 1 15,-2-1 0-15,0 1-1 0,1 1 1 0,0 0-2 0,-3-2 1 16,4 1 0-16,-3 1-1 0,0 1 0 0,0-2 1 16,1 1 1-16,-1 0 0 0,0-1 1 0,1 0-1 15,-2 1 1-15,-2-2-2 0,4 1 2 0,-2-1-4 16,1 1 1-16,0 0 2 0,-1-1-1 0,-3 0 0 16,2-2 0-16,-1 1 3 0,1-1-1 15,-2-1-7-15,3 0 2 0,-3 0 3 0,2-1 0 0,-1-2 1 16,-1 1-2-16,0-3 6 0,0 3-3 0,-1-1-1 15,-1-3 0-15,2 3-1 0,0-3 1 0,-3 1 2 16,3 0-1-16,-2 1-3 0,-1 0-1 0,2-1 1 16,-3 2 0-16,0 0 1 0,-1 3-2 15,2-1 3-15,0 0-5 0,0 3 2 0,-1-2 2 16,1 0 0-16,1 0 0 16,-1 0 0-16,-1 0 5 0,2-1-3 0,-1 1-2 15,2 0 2-15,-3 0-1 0,1-2 1 16,2 2-2-16,-3 0-1 0,1-1 10 0,1 1-5 15,-1-2-1-15,-1 2-1 0,-1-1 2 0,2-1 1 16,-2 0-8-16,2 0 3 16,-2-1 1-16,0 1 4 0,-1 2 1 0,0-2 2 0,-2 1 1 15,0-1-6-15,-1 4 1 0,1-2 4 0,1 0-2 0,1 2-1 16,-3-1 0-16,1 1 5 0,-2-1-2 0,0 2-3 16,1 0-1-16,1-2-4 0,0 3 0 0,-1 0 3 15,-1 1 0-15,2-2-1 0,-4 1 1 16,2-1 4-16,1 1-2 0,1 3-1 0,-1-3-1 15,-3 2-1-15,4-1 0 0,-2 2-2 0,-2 0 2 16,1 1-1 0,-1 0-1-16,0 1 0 0,-3 0 0 0,2 1 0 15,-1 0 0-15,0 3-1 0,-2-3 2 0,2 2 0 16,-2 0 1-16,1 2-2 0,-2-3 1 16,3 3 1-16,1-2 0 0,-1 2-1 0,3-2-1 15,-2-1-4-15,5 2-11 0,0-3-22 0,-1 2-39 16,0 0-53-16,-1 0-66 0,-4 0-84 15,0 2-146-15,-5-1-84 0,-1-1-56 0,-5 0-55 0,0-3-125 0,0-1-1114 16</inkml:trace>
  <inkml:trace contextRef="#ctx0" brushRef="#br0" timeOffset="6345.37">15129 10557 1016 0,'2'0'911'0,"-1"0"-378"0,1 0-117 15,-2-3-126-15,0 0-112 0,0 1-63 0,-2-3-34 16,2 3-18-16,-1-3-9 0,-1 2-5 0,2-1-3 0,0 0-8 15,0 2-4-15,0-1-5 0,-1 1-6 0,-1 1-5 16,2-1-5-16,-2 1-3 0,1-1 0 0,-2 2-2 16,1 0 3-16,-3 0-4 0,0 0 1 15,-1-1-2-15,-2 1-1 0,0 0 0 0,0 0 0 16,-6 1 0-16,1-1 2 0,0 2 1 0,-4 1 1 16,-1 0 0-16,2-2-3 0,-5 2 1 0,1 0-1 0,0 0-1 15,0 2-2-15,1-4 0 0,0 2 2 0,-1-1-2 16,4 0-2-16,-2 2 1 0,1-3-1 0,1 1 0 15,-1-1-1-15,1 1 0 0,-1-1 0 16,1 1 1-16,0-2 0 0,0 1-1 0,2 1 0 16,-2-2 0-16,1 0 0 0,0 0 0 0,-1 0 3 15,2 0-3 1,-2 0 0-16,0-2 0 0,1 1 0 0,0 1 0 16,-2-2-7-16,3 1 4 0,-3 1 0 0,0 0 4 15,0 0-1-15,0 0-2 0,-2 0-3 16,0 0 1-16,0 1 2 0,-2 1-2 0,-1 1 2 15,1 1 2-15,-1-1 7 0,-1 2-8 0,-1-1 1 16,3 0 0-16,1 3 0 0,2-3 0 0,0 2 2 0,0 0 3 16,4-3-4-16,-2 0 1 0,5-1-1 0,-2-1 0 15,3-1 0-15,-2 2 1 0,3-2 0 0,0 0 0 16,0 0-1-16,1 0-1 0,-1 0 1 16,1 1-1-16,0 1 0 0,0-2-1 0,-1 2 0 15,-1-2 0-15,-1 2 1 0,0 0 0 0,-1-1 1 16,-4-1-1-16,3 2 3 0,0-1 0 0,-4 1-3 15,4-1 2 1,-4 1 0-16,3 1 1 0,-2-2-1 0,2 0 2 16,-2 3-1-16,3-4 2 0,1 3-1 0,1 0-2 15,-1-2 2-15,3 2-1 0,1 0 1 0,0-2-2 16,-1 3 1-16,3-1-3 0,-1-2 1 16,2 2-1-16,0 0 0 0,1 0 0 0,-1 2 2 15,1-2-1-15,-1 1-1 0,3-1 2 0,-1 2 0 16,-2 1-1-16,2-2 2 0,-2 1 1 0,1 2 3 0,1-1 1 15,-2 0-1-15,1 0 0 0,0 0 1 0,0 2-1 16,0 1-1-16,-1-2 0 0,0 0 0 16,2 0 2-16,0 2-2 0,0 0 0 0,1 0 1 15,-1 1 0-15,1-2 0 0,1 2 0 0,-1 1 2 16,-1-1 0-16,1-1 3 0,0 2 3 16,0-1 3-16,2 2 4 15,-2-1 4-15,1 1 2 0,-2-2 0 0,1 2 0 16,0-3-2-16,2 2-4 0,-1-1-1 0,-1-1-2 15,1 0-3-15,-3 0-2 0,4 2-2 16,-1-2 1-16,1 1-1 0,0 1-2 0,0-2-1 16,0 1 1-16,1 1 1 0,-1-4-1 0,4 2 0 15,-4 0 0-15,3 0 1 0,-2 0-3 16,3 0 0-16,-3 0-1 0,2-1 2 0,-1 0 2 0,2 0-1 0,1 1 0 16,-2 2 1-16,2-3 2 0,-2 3-2 15,2-2 1-15,0 0 1 0,3-1 0 0,-2-1 2 16,2-1 5-16,0 1 3 0,4 1 0 0,0 0-1 15,2-2-1-15,-2-2-2 0,3 2-5 0,2-3-3 16,0 2-2-16,-1-2-1 0,5 1-3 0,-2-1 0 16,1 0-1-16,2-1-1 0,-2 0 0 0,0 2-1 15,0-3-7-15,0-1 3 0,-1 3 1 0,-1-3-2 16,-2 3 3-16,2-1 0 0,-4-1 9 0,6 1-2 16,-3 0-1-16,1 0 2 0,0 0-2 0,1-1 0 15,-1 1-1-15,0-1 0 0,-1 1 1 16,1-1-2-16,1-1-2 0,0 2 2 0,-2-1 0 15,0-1-1-15,1-1 1 16,1-1 3-16,1 2-2 0,-2-1 0 0,2 1 0 16,0 0-2-16,-2-2-2 0,4 1 1 15,-1 1 0-15,0 0 0 0,-1 0-2 0,1 0 2 16,-1 0-3-16,-1 0 1 0,0 0 0 0,2 0 0 16,-2 0 1-16,0 0-1 0,1 1 15 0,2 1-8 15,-2-2-2-15,-2 0-2 0,-2-2 1 0,2 2-2 0,0 0-13 16,2 0 6-16,-2 0 2 0,2 0 0 0,0 0 1 15,0 2 2-15,-2-2 0 0,3 1 0 16,-3-1-1-16,-2 2-1 0,0-1 3 0,-3 1-2 16,2-1 1-16,-2-1-2 0,0 0-1 0,1 0 4 15,2 0 0-15,0 1 0 0,-2-1 0 0,2 0 1 16,-2 0 3-16,3-1-3 0,-1 0-1 16,2-1 0-16,-2 1 0 15,2-1-1-15,0 2-1 0,-2-1 1 16,2-2-1-16,0 1-1 0,-1 1 0 0,-1 1 1 15,0-2-1-15,-2 2 0 0,4 0 0 0,-4 0 1 16,2 0 1-16,-4 0-2 0,2 0 3 0,1 2 0 16,-3-2-1-16,1 1 0 0,-2 1 0 15,6-2-1-15,-4 1 0 0,6-1 1 0,1 0 0 16,-2 0 0-16,3 0 0 0,-3 0 0 0,3 2-1 0,-2-1 1 16,0-1-1-16,0 2 1 0,-2 1 0 0,-2-1-1 15,0 0 0-15,-2 1 1 0,3-1 0 0,-3-1 0 16,-4 2 0-16,4 0 0 0,-4 0 0 15,2 0 0-15,0 0 1 0,0-1-1 0,1 1 0 16,0-2 0-16,-1 1-1 0,3-1-1 0,-1-1-1 16,0 2 1-16,3-1-1 0,-2 1 1 0,2 0-1 0,0 0 7 15,1 1-2-15,-3-3-2 0,3 3 0 0,-4-3 5 16,4 2-3-16,-1-1-5 0,-2 1 0 16,-1-1 1-16,5-1 1 0,-4 0-6 0,2 0-1 15,1 0-3-15,-1 0 3 0,3 0-1 0,-2-1 4 16,5-2-2-16,-1 1-2 0,0-1 0 0,1 0-5 15,-4 1-3 1,0 0-3-16,-1 2 1 0,1-2 6 0,-3-1 3 16,0 2 4-16,0-2 4 0,-3 0 0 0,2 1 1 15,-3-1 0-15,0 0 0 0,0 2 0 0,-2-1 1 16,1-1 0-16,1 0 1 0,-1 2 0 0,-2-2 0 16,4-1 0-16,-1 3-1 0,0-2 0 15,0 0 0-15,0 0-1 0,2-1-1 0,1 0-1 16,-2 2-2-16,1 0-1 0,-3-2 1 0,1-1 0 0,0 0 1 15,0 0 0-15,-1-1 0 0,1 1 2 0,-2-2-1 16,-1 1 3-16,3 1 0 0,-3 0 0 0,0 0 0 16,1 0 0-16,-1 1-1 0,0-2 0 0,0 1-1 15,2-1 1-15,-2 1 1 0,0 1 1 16,1 0-1-16,-3-2 0 0,1 1 1 0,-3 1-1 16,1-1 0-16,2 2 0 15,-1-1 1-15,-2-1 0 0,1-1 0 16,-2 2 1-16,-1-1 0 0,1-1 0 0,-1-3 0 15,0 2 0-15,-2 1 0 0,0-3-2 0,1 0 2 16,-1-2-1-16,0 1 1 0,0-2-1 16,-1 1-1-16,-1-1 0 0,0 2 0 0,-1-2-1 15,0 1 0-15,-2-1 1 0,2 2 1 0,-5-3 0 16,4 5 3-16,-5-3 0 0,1 1 3 0,-4 0 0 0,4 0-1 16,-3-2 2-16,-2 2-2 0,2-1 1 0,-2-1-1 15,-4 0-2-15,0-1-2 0,3-1-1 16,-7-3 0-16,5 3-2 0,-4-4 0 0,-1-2 0 15,2 1 0-15,-1-1 0 0,0-1 0 0,3 1 0 16,-2 0-2-16,2 0 2 0,-2 2-1 0,1-1 0 16,1 1 1-1,3 2 0-15,-4 2-1 0,1 0 0 0,0 2 2 16,-1 0-1-16,-1 3 0 0,2 0 1 16,-2 0 2-16,-2 0 0 0,1 1 0 0,1 1-1 15,-5 1 1-15,2 0 2 0,0 2-1 0,0-2-3 16,-4 1-3-16,3 1 1 0,-1 1 1 0,2 0-2 15,-4-2 1-15,1 2 2 0,0 0 3 0,1 0 1 16,2 2-2-16,-2 1 1 0,1-2 0 0,-1 2-2 0,2 0 1 16,-4 0-1-16,3 2 0 0,-1-2-1 0,3 1 0 15,-2 1 1-15,2-1 1 0,-1 0 0 16,0 1-1-16,0 0 1 0,-2-2 1 0,1 0-1 16,0 0 1-16,-2 0 0 0,1 0 2 0,1 0 1 15,0 1-1-15,1-1 2 0,0 0 0 0,1 0 1 16,-2 0-2-16,1 0 0 0,1 0-1 0,0 0 2 0,-1 0-3 15,-1 0 2-15,4 2-2 0,-3-1-3 0,1 1 3 16,2-1-2-16,-1 2-1 0,2-1 0 16,-1 0 0-16,2 2 0 0,-1-1 0 0,-1 1 1 15,2-1 2-15,1 1 0 0,-1 0 0 0,3 0 2 16,-2-1 0-16,2 2 2 0,-2-3 0 16,-2 3 0-16,4-2 2 15,-2 2-1-15,1-2-1 0,0-2 0 0,1 2 2 16,0 0-2-16,1 2 0 0,-3-1 1 0,4 1 0 15,-1-1 2-15,0-1 0 0,1 2 1 16,1-2-2-16,1-2 1 0,-1 2-1 0,3 0-2 16,-3-1-1-16,0-1-1 0,2 1-1 0,1-1 0 15,1 1-3-15,0-1-4 0,4-1-1 16,-1 2 2-16,1-1 0 0,1 1-2 0,2-2-8 0,-3 1-6 0,3 0-22 16,-1 4-31-16,-1 1-35 0,0 2-45 15,-1 1-41-15,0 2-59 0,-3 2-129 0,3 3-72 16,-2-1-56-16,0 3-65 0,0 0-161 0</inkml:trace>
  <inkml:trace contextRef="#ctx0" brushRef="#br0" timeOffset="10121.65">12414 14419 1549 0,'0'3'668'0,"0"-3"-187"15,-1 2-118-15,-1-1-117 0,2-1-101 0,-3 0-54 16,0-1-34-16,-1 1-16 0,1 0-7 15,-1 0-4 1,1 1-3-16,0 1-2 0,-1-1-3 0,1 1-5 16,2-2-4-16,-4 1-1 0,1 1-2 0,0-1 1 15,-1 2 2-15,1-1 1 0,-3 0 4 0,2 3 5 16,-1 0 3-16,-3-1 5 0,1 0 1 0,-4-2 3 16,0 1 0-16,-1 0-4 0,-4-1-3 0,1 1-3 15,-3-2-5-15,1 2-3 0,-3 0-3 16,-5-1 0-16,1 1-2 0,-2 0-2 0,3-2-1 15,-3 1-2-15,1-1 0 0,0 1 0 0,1-1 2 16,0-1 1-16,-1 0 1 0,1 0 0 0,0 0 0 0,1 0-4 16,3 0-1-16,-1 0-1 0,2 0-3 0,-2 0 0 15,4 0 0-15,-2 0-1 0,4 0 0 0,-1 0 1 16,1 0-1-16,-2 0 2 0,2 0-1 16,-1 0 0-16,-2 0-2 0,3 0 2 0,-1 0 0 15,1 0-2-15,-1 0 2 0,1 0-1 16,-1 0 1-16,1 0 0 15,-2 0-2-15,2 1 2 0,-2 1-4 0,0-2 1 16,1 2 1-16,-2-1 0 0,3 1 1 0,-3-1-1 16,0 1 2-16,0 1 0 0,0 0-1 15,-2-2 1-15,1 2 0 0,0 0 0 0,0-1-1 16,-2 1 3-16,0 0 1 0,0-2 1 0,1 2-1 16,-1 0 2-16,2-2 2 0,2 3 1 15,-2-1-2-15,2 0-1 0,1-2 3 0,-2 2 0 0,2-3-2 0,0 3 0 16,0-2 0-16,0 3-2 0,1-1-1 15,-3-2-2-15,-1 1-2 0,4-1-1 0,-3 1 1 16,3-1-1-16,2 1 0 0,0 0 1 0,0 0 0 16,-1 0 2-16,1-1-1 0,3 1 2 0,-2-1-1 15,-1 1 0-15,1-2-1 0,1 1 1 0,1 1 0 16,3-1 0 0,0 1 0-16,-1-1 2 0,-1-1-1 15,0 0-2-15,1 0 0 0,-2 2-1 0,0-1-1 0,0 1-1 16,0-1 0-16,-2 1-1 0,5 1 2 15,-3 0-1-15,3 0 1 0,-3 1-4 0,3-1 2 16,0 2 2-16,-1-2 0 0,3 3-1 0,-2-2 1 16,1 2 4-16,-2 0-2 0,3 0-2 0,-1 2 0 15,1-2-1-15,1 0 1 0,-3 0-1 0,4-2 2 0,0 2 0 16,0-1-1-16,0 1 0 0,-1-2 0 16,2 2 0-16,-3 0 0 0,3 0 0 0,-2 2 1 15,2-1 2-15,-2 1-1 0,2 1 1 0,1 0 1 16,-1 1-1-16,0-1 2 0,0 3 1 0,3 0 2 15,-1 0 2-15,-1 3 3 0,1-1 1 16,1-1 1-16,1 2 1 0,1 0 3 0,-1 0 1 0,2 2 0 0,0-2 1 16,0 1 0-16,-1 0 0 0,1 0 2 0,2-1-2 15,-3 0-3-15,1 0 0 0,3-2-2 16,0 2 1-16,2-1-2 0,0-1-1 0,0 1 1 16,1-1-1-16,0 1 2 0,-1-1-2 0,-2-1-3 15,3 2 2-15,-2-3-3 0,-1 2 0 16,0-1 1-16,2 0 1 15,-2 1 3-15,1 1 4 0,-2-1 3 0,1 2 1 16,0-3 2-16,-1 2 1 0,-2 0 0 16,2 2 0-16,-2 0 0 0,2 1 1 0,-2-2-2 15,5 0-9-15,-4-1-8 0,3 2 4 0,-2-1 1 16,1-2 1-16,2 0-2 0,-2-2 7 0,2 1 6 16,0-1-8-16,1-2-7 0,-1 1 0 0,2-1 5 15,1 0 0-15,-2-1 2 0,1-1 0 0,-2-1 8 0,4 0-2 16,0 0-1-16,0 0 1 0,1 2-2 0,1-1 1 15,0-1 0-15,-1 0 1 0,1 0-3 0,-1 0 0 16,2 2 2-16,0-4-2 0,0 3-1 0,0-2 0 16,2 2 0-16,2-2 3 0,-1 0 0 0,2-2-1 15,-1 1 1-15,3-1-3 0,0-3 5 0,-1 2-7 16,3-2-4 0,-2 0-4-16,1 0-3 0,-2 0 0 0,0 0-10 15,1 0 3-15,-3 0 1 0,3 0 1 0,-2 0 2 16,1 0-4-16,-2 0 1 0,1 0 1 0,0 1 10 15,-2 0-4-15,2 1-6 0,-2 0 4 0,1-2-2 16,-3 0-1-16,1 0-10 0,0 0 4 0,0 0 1 16,-1 0 2-16,1 0 0 0,-1-2 1 0,4 0 0 15,-1 0 1-15,2-1 1 0,1-2 0 0,0 2 0 0,3-2-2 16,-2 3-1-16,0-4-1 0,3 1 1 0,-3 0 1 16,0 1-2-16,0-3 1 0,-1 2-7 0,-1-1 5 15,-2 2 3-15,1-2-2 0,-2 1 2 0,-1-1 0 16,-1 0 6-16,1 0-11 0,-1 0 2 0,0-1 2 15,0 0 0-15,-2 0 2 0,2 3 2 0,-2-4 3 16,3 2-3-16,-4 2-1 0,2-4-1 0,0 2 0 0,-2-1-1 16,3 0 1-16,-3 5-3 0,0-3 2 0,2 2-2 15,-1 2 1-15,0-1 1 0,-1 1 2 0,0-1 2 16,-2-1-1-16,1 0 2 0,-1-1-1 0,1 1-4 16,-2-2-2-16,0 2 1 0,0-1 0 0,0 1-4 15,-2-2 13-15,1 1-3 0,0 1-2 0,-1-2-2 16,0 2-1-16,-2-1 0 15,3 1-3-15,-1-2 1 0,0 1 2 16,0-1-1-16,1-1 1 0,-4 0-2 0,3-1-5 0,0-1 3 0,3 1 2 16,-3-2 2-16,0-2 2 0,1 0-3 0,-1 3 0 15,-1-3 0-15,-1 1-1 0,1 1-4 0,0-2 1 16,-2-1 0-16,1 2 0 0,-1-2-1 16,0 1-1-16,-2 1 3 0,3-2 3 0,-3-1 1 15,1 3 0-15,-3-2 1 0,2 0 2 0,-1 0-2 16,0 0-3-16,3-1 0 0,-4-1 0 15,2 1 0-15,0-3 2 0,-3 2 0 0,0-1 4 16,2-2 0-16,-1 1 0 0,1 1 1 0,-1-1 0 16,-1 3-4-16,0 0-1 0,0-1 0 15,0 2-1-15,-1-1-2 0,-1-1-2 0,1 0 5 16,-1 3 0-16,-1 0-2 16,0 2 3-16,2-4-2 0,-4 2 2 15,-2 1-1-15,2-2 0 0,-1 0 0 0,-3 1 0 16,1-1 0-16,-2-1 1 0,-1-2-1 0,-1-2 0 15,0 1 2-15,-2-1 0 0,3 0-2 16,-1 1-1-16,1 0-1 0,2 1-2 0,-3 1 1 16,4 2-1-16,0 2 3 0,0-2 1 0,-1 3 2 15,1 0 2-15,0 1 1 0,-3 2 2 0,1 0-2 0,1 2 0 16,-2 2 0-16,1-1-1 0,2 2 0 0,0 1-1 16,-1 0 2-16,1 0-1 0,3 0 0 15,-3 0-2-15,2 0 2 0,0 0-1 0,1 0 0 16,0 1-1-16,0-1-2 0,2 2 3 0,-3-2 1 15,3 0-2-15,-2 0 2 0,2 0-1 0,-2 0 3 16,2 0-3-16,-2 0-2 0,2-2 2 0,-3 2 0 0,3-1 1 31,-2 1-1-31,-1-3 0 0,1 3 1 0,-3-2 0 0,4 0-2 0,-1 1 0 0,1-2 1 0,0 2-1 16,0-1-3-16,0 1 2 0,-1-1-1 16,2 1-9-16,1-2 0 0,1 1-13 0,-1 0-25 31,1 2-49-31,-1-1-68 0,-1-2-77 0,0 0-116 0,-4 2-142 15,0-2-81-15,-1-2-47 0,-2-2-47 0,0-7-123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5C6C7-241D-499C-A8AA-BEDCBE0AED62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B5A319-A3F0-4AE1-A360-521817E32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434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B5A319-A3F0-4AE1-A360-521817E32F5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411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ình ảnh 6">
            <a:extLst>
              <a:ext uri="{FF2B5EF4-FFF2-40B4-BE49-F238E27FC236}">
                <a16:creationId xmlns:a16="http://schemas.microsoft.com/office/drawing/2014/main" id="{CE9B6451-C7BC-4987-95D2-17EFB473C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"/>
            <a:ext cx="12191736" cy="6857852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BF602ED1-46E7-461B-A452-6A972A6AD0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3868" y="4791074"/>
            <a:ext cx="9144000" cy="1066801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>
              <a:defRPr sz="6000" b="1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 dirty="0" err="1"/>
              <a:t>Chương</a:t>
            </a:r>
            <a:r>
              <a:rPr lang="en-US" dirty="0"/>
              <a:t> 1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6BD6364-8A38-47F2-8CC9-7E75488F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31FD1FEB-A444-4A60-A25E-E5E07E1292E0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3" name="Bảng 4">
            <a:extLst>
              <a:ext uri="{FF2B5EF4-FFF2-40B4-BE49-F238E27FC236}">
                <a16:creationId xmlns:a16="http://schemas.microsoft.com/office/drawing/2014/main" id="{C3A53F34-7F05-4D86-BA99-9731333F7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667295"/>
              </p:ext>
            </p:extLst>
          </p:nvPr>
        </p:nvGraphicFramePr>
        <p:xfrm>
          <a:off x="4520629" y="5669132"/>
          <a:ext cx="4263776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544">
                  <a:extLst>
                    <a:ext uri="{9D8B030D-6E8A-4147-A177-3AD203B41FA5}">
                      <a16:colId xmlns:a16="http://schemas.microsoft.com/office/drawing/2014/main" val="1606017521"/>
                    </a:ext>
                  </a:extLst>
                </a:gridCol>
                <a:gridCol w="2969232">
                  <a:extLst>
                    <a:ext uri="{9D8B030D-6E8A-4147-A177-3AD203B41FA5}">
                      <a16:colId xmlns:a16="http://schemas.microsoft.com/office/drawing/2014/main" val="18379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Lecturer: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Nguyen Tuan Long, </a:t>
                      </a:r>
                      <a:r>
                        <a:rPr lang="en-GB" sz="2000" dirty="0" err="1">
                          <a:solidFill>
                            <a:srgbClr val="073851"/>
                          </a:solidFill>
                        </a:rPr>
                        <a:t>Phd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76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Email: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u="none" dirty="0">
                          <a:solidFill>
                            <a:srgbClr val="073851"/>
                          </a:solidFill>
                        </a:rPr>
                        <a:t>ntlong@neu.edu.vn</a:t>
                      </a:r>
                      <a:endParaRPr lang="en-US" sz="2000" u="none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970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Mobile: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0982 746 235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123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266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D79CAC4-BD1D-493F-9670-DB9780FBD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14" name="Chỗ dành sẵn cho Tiêu đề 15">
            <a:extLst>
              <a:ext uri="{FF2B5EF4-FFF2-40B4-BE49-F238E27FC236}">
                <a16:creationId xmlns:a16="http://schemas.microsoft.com/office/drawing/2014/main" id="{C5D4EA16-6C89-4C02-AC2E-889ECB624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5" name="Chỗ dành sẵn cho Số hiệu Bản chiếu 5">
            <a:extLst>
              <a:ext uri="{FF2B5EF4-FFF2-40B4-BE49-F238E27FC236}">
                <a16:creationId xmlns:a16="http://schemas.microsoft.com/office/drawing/2014/main" id="{1A753AF2-7088-4335-A9DF-7D3571F55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31FD1FEB-A444-4A60-A25E-E5E07E129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392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724025"/>
            <a:ext cx="11115673" cy="486965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Tiêu đề 4">
            <a:extLst>
              <a:ext uri="{FF2B5EF4-FFF2-40B4-BE49-F238E27FC236}">
                <a16:creationId xmlns:a16="http://schemas.microsoft.com/office/drawing/2014/main" id="{D5B955DD-411E-409E-B649-7E677DA4E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7" name="Chỗ dành sẵn cho Văn bản 2">
            <a:extLst>
              <a:ext uri="{FF2B5EF4-FFF2-40B4-BE49-F238E27FC236}">
                <a16:creationId xmlns:a16="http://schemas.microsoft.com/office/drawing/2014/main" id="{0C3482B8-57BD-41F3-994D-13EBE07332E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11115673" cy="544511"/>
          </a:xfrm>
        </p:spPr>
        <p:txBody>
          <a:bodyPr>
            <a:normAutofit/>
          </a:bodyPr>
          <a:lstStyle>
            <a:lvl1pPr marL="0" indent="0">
              <a:buNone/>
              <a:defRPr sz="30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9" name="Chỗ dành sẵn cho Số hiệu Bản chiếu 5">
            <a:extLst>
              <a:ext uri="{FF2B5EF4-FFF2-40B4-BE49-F238E27FC236}">
                <a16:creationId xmlns:a16="http://schemas.microsoft.com/office/drawing/2014/main" id="{41E8380C-3141-458C-85E1-AF63FCD6B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31FD1FEB-A444-4A60-A25E-E5E07E129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92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038225"/>
            <a:ext cx="11115673" cy="5555456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11" name="Chỗ dành sẵn cho Tiêu đề 15">
            <a:extLst>
              <a:ext uri="{FF2B5EF4-FFF2-40B4-BE49-F238E27FC236}">
                <a16:creationId xmlns:a16="http://schemas.microsoft.com/office/drawing/2014/main" id="{A4DFE80C-51A2-4D53-BB00-0A093E4EB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2CB2949-DAD7-4EF0-A36A-3D810F974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31FD1FEB-A444-4A60-A25E-E5E07E129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507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61C08749-6395-4F32-9909-504B626F9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DA9BA27-EBFC-4DA7-855F-C3A3C9C28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9" name="Chỗ dành sẵn cho Tiêu đề 15">
            <a:extLst>
              <a:ext uri="{FF2B5EF4-FFF2-40B4-BE49-F238E27FC236}">
                <a16:creationId xmlns:a16="http://schemas.microsoft.com/office/drawing/2014/main" id="{A4240B7C-DEC9-4DDB-B763-5AB7F5A1B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7D073651-FED7-4F7C-88AF-2DD7D2DDA1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31FD1FEB-A444-4A60-A25E-E5E07E129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85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FDF733FB-4A07-482D-957A-36B5991F4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CDFCA923-F333-44FD-B677-F893ED5F5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51F21074-7ED6-4120-B663-B57A489ED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1B3584CC-EAB2-4543-9928-8D2057933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13" name="Chỗ dành sẵn cho Tiêu đề 15">
            <a:extLst>
              <a:ext uri="{FF2B5EF4-FFF2-40B4-BE49-F238E27FC236}">
                <a16:creationId xmlns:a16="http://schemas.microsoft.com/office/drawing/2014/main" id="{E7D3FFCC-3F64-4A93-B16C-988199E7D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BBEF97C9-4C16-4414-8805-A1E1438B0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31FD1FEB-A444-4A60-A25E-E5E07E129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368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FC8EBD9F-9141-4A98-93F5-C6A5F27B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F3055541-60E9-46E8-AE8C-2C677C13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3706B3D0-83CF-40FA-8319-7C75EFD0B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31FD1FEB-A444-4A60-A25E-E5E07E1292E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ỗ dành sẵn cho Tiêu đề 15">
            <a:extLst>
              <a:ext uri="{FF2B5EF4-FFF2-40B4-BE49-F238E27FC236}">
                <a16:creationId xmlns:a16="http://schemas.microsoft.com/office/drawing/2014/main" id="{DA8687FF-FC60-4275-9DE1-BF2E039DF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84326D3A-EBD9-4FF7-B239-D7972914C046}"/>
              </a:ext>
            </a:extLst>
          </p:cNvPr>
          <p:cNvSpPr txBox="1">
            <a:spLocks/>
          </p:cNvSpPr>
          <p:nvPr/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791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Số hiệu Bản chiếu 5">
            <a:extLst>
              <a:ext uri="{FF2B5EF4-FFF2-40B4-BE49-F238E27FC236}">
                <a16:creationId xmlns:a16="http://schemas.microsoft.com/office/drawing/2014/main" id="{96B4CDE5-9799-4BC2-9724-684452F32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31FD1FEB-A444-4A60-A25E-E5E07E129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795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6619017-1111-4C1D-A0BB-8FC41C4D5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F2B9E11-C1BC-40CF-847A-2AF258FFB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4895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7DE9469-C9A2-48BC-A700-3C80BAE31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19374"/>
            <a:ext cx="3932237" cy="38576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</p:spTree>
    <p:extLst>
      <p:ext uri="{BB962C8B-B14F-4D97-AF65-F5344CB8AC3E}">
        <p14:creationId xmlns:p14="http://schemas.microsoft.com/office/powerpoint/2010/main" val="715278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810F1D3-C0D9-4502-8431-20C282314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345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C7130C2E-C7DC-4748-A465-8CC54EDB21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367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vi-VN"/>
              <a:t>Bấm biểu tượng để thêm hình ảnh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5913A196-18A1-4347-A2E4-52F987000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365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8" name="Chỗ dành sẵn cho Tiêu đề 15">
            <a:extLst>
              <a:ext uri="{FF2B5EF4-FFF2-40B4-BE49-F238E27FC236}">
                <a16:creationId xmlns:a16="http://schemas.microsoft.com/office/drawing/2014/main" id="{9D445EDB-5AF8-4613-86A4-2D424B5ED174}"/>
              </a:ext>
            </a:extLst>
          </p:cNvPr>
          <p:cNvSpPr txBox="1">
            <a:spLocks/>
          </p:cNvSpPr>
          <p:nvPr/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722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203053E-6876-4C94-B9D4-C63ADE8AE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2" y="266700"/>
            <a:ext cx="11591928" cy="590550"/>
          </a:xfrm>
          <a:prstGeom prst="rect">
            <a:avLst/>
          </a:prstGeo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D11AB80D-1369-472E-9456-2AC4E280D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0E41F29-71EC-4FD1-A650-C3C3F4B9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7EE4063-C779-43AE-B180-0B589967A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603DAAA-9F16-4D99-AE16-1A3C484BF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31FD1FEB-A444-4A60-A25E-E5E07E129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37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13ACFB89-F34F-4DE2-AD73-8035347E6E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E20322DA-7651-402A-A0BB-0D6C40A30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175ABC3-1626-4FAD-B97E-0B3BCD6E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B29AA6F-48EE-4DD5-8B29-D70DAAFB0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6FEAF35-F2CF-4425-A551-79F0C838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31FD1FEB-A444-4A60-A25E-E5E07E129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613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ình ảnh 6">
            <a:extLst>
              <a:ext uri="{FF2B5EF4-FFF2-40B4-BE49-F238E27FC236}">
                <a16:creationId xmlns:a16="http://schemas.microsoft.com/office/drawing/2014/main" id="{CE9B6451-C7BC-4987-95D2-17EFB473C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"/>
            <a:ext cx="12191736" cy="6857852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BF602ED1-46E7-461B-A452-6A972A6AD0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3868" y="4791074"/>
            <a:ext cx="9144000" cy="1066801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>
              <a:defRPr sz="6000" b="1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 dirty="0" err="1"/>
              <a:t>Chương</a:t>
            </a:r>
            <a:r>
              <a:rPr lang="en-US" dirty="0"/>
              <a:t> 1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6BD6364-8A38-47F2-8CC9-7E75488F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3" name="Bảng 4">
            <a:extLst>
              <a:ext uri="{FF2B5EF4-FFF2-40B4-BE49-F238E27FC236}">
                <a16:creationId xmlns:a16="http://schemas.microsoft.com/office/drawing/2014/main" id="{C3A53F34-7F05-4D86-BA99-9731333F7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933668"/>
              </p:ext>
            </p:extLst>
          </p:nvPr>
        </p:nvGraphicFramePr>
        <p:xfrm>
          <a:off x="4520629" y="5669132"/>
          <a:ext cx="4263776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544">
                  <a:extLst>
                    <a:ext uri="{9D8B030D-6E8A-4147-A177-3AD203B41FA5}">
                      <a16:colId xmlns:a16="http://schemas.microsoft.com/office/drawing/2014/main" val="1606017521"/>
                    </a:ext>
                  </a:extLst>
                </a:gridCol>
                <a:gridCol w="2969232">
                  <a:extLst>
                    <a:ext uri="{9D8B030D-6E8A-4147-A177-3AD203B41FA5}">
                      <a16:colId xmlns:a16="http://schemas.microsoft.com/office/drawing/2014/main" val="18379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Lecturer: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Nguyen Tuan Long, </a:t>
                      </a:r>
                      <a:r>
                        <a:rPr lang="en-GB" sz="2000" dirty="0" err="1">
                          <a:solidFill>
                            <a:srgbClr val="073851"/>
                          </a:solidFill>
                        </a:rPr>
                        <a:t>Phd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76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Email: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u="none" dirty="0">
                          <a:solidFill>
                            <a:srgbClr val="073851"/>
                          </a:solidFill>
                        </a:rPr>
                        <a:t>ntlong@neu.edu.vn</a:t>
                      </a:r>
                      <a:endParaRPr lang="en-US" sz="2000" u="none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970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Mobile: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0982 746 235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123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67003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D79CAC4-BD1D-493F-9670-DB9780FBD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14" name="Chỗ dành sẵn cho Tiêu đề 15">
            <a:extLst>
              <a:ext uri="{FF2B5EF4-FFF2-40B4-BE49-F238E27FC236}">
                <a16:creationId xmlns:a16="http://schemas.microsoft.com/office/drawing/2014/main" id="{C5D4EA16-6C89-4C02-AC2E-889ECB624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5" name="Chỗ dành sẵn cho Số hiệu Bản chiếu 5">
            <a:extLst>
              <a:ext uri="{FF2B5EF4-FFF2-40B4-BE49-F238E27FC236}">
                <a16:creationId xmlns:a16="http://schemas.microsoft.com/office/drawing/2014/main" id="{1A753AF2-7088-4335-A9DF-7D3571F55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660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724025"/>
            <a:ext cx="11115673" cy="486965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Tiêu đề 4">
            <a:extLst>
              <a:ext uri="{FF2B5EF4-FFF2-40B4-BE49-F238E27FC236}">
                <a16:creationId xmlns:a16="http://schemas.microsoft.com/office/drawing/2014/main" id="{D5B955DD-411E-409E-B649-7E677DA4E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7" name="Chỗ dành sẵn cho Văn bản 2">
            <a:extLst>
              <a:ext uri="{FF2B5EF4-FFF2-40B4-BE49-F238E27FC236}">
                <a16:creationId xmlns:a16="http://schemas.microsoft.com/office/drawing/2014/main" id="{0C3482B8-57BD-41F3-994D-13EBE07332E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11115673" cy="544511"/>
          </a:xfrm>
        </p:spPr>
        <p:txBody>
          <a:bodyPr>
            <a:normAutofit/>
          </a:bodyPr>
          <a:lstStyle>
            <a:lvl1pPr marL="0" indent="0">
              <a:buNone/>
              <a:defRPr sz="30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9" name="Chỗ dành sẵn cho Số hiệu Bản chiếu 5">
            <a:extLst>
              <a:ext uri="{FF2B5EF4-FFF2-40B4-BE49-F238E27FC236}">
                <a16:creationId xmlns:a16="http://schemas.microsoft.com/office/drawing/2014/main" id="{41E8380C-3141-458C-85E1-AF63FCD6B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8783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038225"/>
            <a:ext cx="11115673" cy="5555456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11" name="Chỗ dành sẵn cho Tiêu đề 15">
            <a:extLst>
              <a:ext uri="{FF2B5EF4-FFF2-40B4-BE49-F238E27FC236}">
                <a16:creationId xmlns:a16="http://schemas.microsoft.com/office/drawing/2014/main" id="{A4DFE80C-51A2-4D53-BB00-0A093E4EB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2CB2949-DAD7-4EF0-A36A-3D810F974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852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61C08749-6395-4F32-9909-504B626F9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DA9BA27-EBFC-4DA7-855F-C3A3C9C28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9" name="Chỗ dành sẵn cho Tiêu đề 15">
            <a:extLst>
              <a:ext uri="{FF2B5EF4-FFF2-40B4-BE49-F238E27FC236}">
                <a16:creationId xmlns:a16="http://schemas.microsoft.com/office/drawing/2014/main" id="{A4240B7C-DEC9-4DDB-B763-5AB7F5A1B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7D073651-FED7-4F7C-88AF-2DD7D2DDA1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335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FDF733FB-4A07-482D-957A-36B5991F4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CDFCA923-F333-44FD-B677-F893ED5F5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51F21074-7ED6-4120-B663-B57A489ED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1B3584CC-EAB2-4543-9928-8D2057933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13" name="Chỗ dành sẵn cho Tiêu đề 15">
            <a:extLst>
              <a:ext uri="{FF2B5EF4-FFF2-40B4-BE49-F238E27FC236}">
                <a16:creationId xmlns:a16="http://schemas.microsoft.com/office/drawing/2014/main" id="{E7D3FFCC-3F64-4A93-B16C-988199E7D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BBEF97C9-4C16-4414-8805-A1E1438B0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3256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FC8EBD9F-9141-4A98-93F5-C6A5F27B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F3055541-60E9-46E8-AE8C-2C677C13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3706B3D0-83CF-40FA-8319-7C75EFD0B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ỗ dành sẵn cho Tiêu đề 15">
            <a:extLst>
              <a:ext uri="{FF2B5EF4-FFF2-40B4-BE49-F238E27FC236}">
                <a16:creationId xmlns:a16="http://schemas.microsoft.com/office/drawing/2014/main" id="{DA8687FF-FC60-4275-9DE1-BF2E039DF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84326D3A-EBD9-4FF7-B239-D7972914C046}"/>
              </a:ext>
            </a:extLst>
          </p:cNvPr>
          <p:cNvSpPr txBox="1">
            <a:spLocks/>
          </p:cNvSpPr>
          <p:nvPr/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3566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Số hiệu Bản chiếu 5">
            <a:extLst>
              <a:ext uri="{FF2B5EF4-FFF2-40B4-BE49-F238E27FC236}">
                <a16:creationId xmlns:a16="http://schemas.microsoft.com/office/drawing/2014/main" id="{96B4CDE5-9799-4BC2-9724-684452F32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181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6619017-1111-4C1D-A0BB-8FC41C4D5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F2B9E11-C1BC-40CF-847A-2AF258FFB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4895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7DE9469-C9A2-48BC-A700-3C80BAE31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19374"/>
            <a:ext cx="3932237" cy="38576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</p:spTree>
    <p:extLst>
      <p:ext uri="{BB962C8B-B14F-4D97-AF65-F5344CB8AC3E}">
        <p14:creationId xmlns:p14="http://schemas.microsoft.com/office/powerpoint/2010/main" val="40399410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810F1D3-C0D9-4502-8431-20C282314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345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C7130C2E-C7DC-4748-A465-8CC54EDB21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367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vi-VN"/>
              <a:t>Bấm biểu tượng để thêm hình ảnh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5913A196-18A1-4347-A2E4-52F987000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365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8" name="Chỗ dành sẵn cho Tiêu đề 15">
            <a:extLst>
              <a:ext uri="{FF2B5EF4-FFF2-40B4-BE49-F238E27FC236}">
                <a16:creationId xmlns:a16="http://schemas.microsoft.com/office/drawing/2014/main" id="{9D445EDB-5AF8-4613-86A4-2D424B5ED174}"/>
              </a:ext>
            </a:extLst>
          </p:cNvPr>
          <p:cNvSpPr txBox="1">
            <a:spLocks/>
          </p:cNvSpPr>
          <p:nvPr/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6567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203053E-6876-4C94-B9D4-C63ADE8AE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2" y="266700"/>
            <a:ext cx="11591928" cy="590550"/>
          </a:xfrm>
          <a:prstGeom prst="rect">
            <a:avLst/>
          </a:prstGeo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D11AB80D-1369-472E-9456-2AC4E280D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0E41F29-71EC-4FD1-A650-C3C3F4B9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7EE4063-C779-43AE-B180-0B589967A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603DAAA-9F16-4D99-AE16-1A3C484BF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3872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13ACFB89-F34F-4DE2-AD73-8035347E6E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E20322DA-7651-402A-A0BB-0D6C40A30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175ABC3-1626-4FAD-B97E-0B3BCD6E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B29AA6F-48EE-4DD5-8B29-D70DAAFB0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6FEAF35-F2CF-4425-A551-79F0C838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793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s://en.wikiversity.org/wiki/Python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hyperlink" Target="https://en.wikiversity.org/wiki/Python" TargetMode="Externa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Hình ảnh 8" descr="Ảnh có chứa sáng, ký hiệu&#10;&#10;Mô tả được tạo tự động">
            <a:extLst>
              <a:ext uri="{FF2B5EF4-FFF2-40B4-BE49-F238E27FC236}">
                <a16:creationId xmlns:a16="http://schemas.microsoft.com/office/drawing/2014/main" id="{81F2C0AD-F747-4695-8A50-2948916B9C7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-57150" y="12701"/>
            <a:ext cx="962025" cy="962025"/>
          </a:xfrm>
          <a:prstGeom prst="rect">
            <a:avLst/>
          </a:prstGeom>
        </p:spPr>
      </p:pic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B668D68-D984-48C7-B9B2-9B352F482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974724"/>
            <a:ext cx="11115674" cy="5618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 dirty="0" err="1"/>
              <a:t>Bấm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sửa</a:t>
            </a:r>
            <a:r>
              <a:rPr lang="vi-VN" dirty="0"/>
              <a:t> </a:t>
            </a:r>
            <a:r>
              <a:rPr lang="vi-VN" dirty="0" err="1"/>
              <a:t>kiểu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cái</a:t>
            </a:r>
            <a:endParaRPr lang="vi-VN" dirty="0"/>
          </a:p>
          <a:p>
            <a:pPr lvl="1"/>
            <a:r>
              <a:rPr lang="vi-VN" dirty="0" err="1"/>
              <a:t>Mức</a:t>
            </a:r>
            <a:r>
              <a:rPr lang="vi-VN" dirty="0"/>
              <a:t> hai</a:t>
            </a:r>
          </a:p>
          <a:p>
            <a:pPr lvl="2"/>
            <a:r>
              <a:rPr lang="vi-VN" dirty="0" err="1"/>
              <a:t>Mức</a:t>
            </a:r>
            <a:r>
              <a:rPr lang="vi-VN" dirty="0"/>
              <a:t> ba</a:t>
            </a:r>
          </a:p>
          <a:p>
            <a:pPr lvl="3"/>
            <a:r>
              <a:rPr lang="vi-VN" dirty="0" err="1"/>
              <a:t>Mức</a:t>
            </a:r>
            <a:r>
              <a:rPr lang="vi-VN" dirty="0"/>
              <a:t> </a:t>
            </a:r>
            <a:r>
              <a:rPr lang="vi-VN" dirty="0" err="1"/>
              <a:t>bốn</a:t>
            </a:r>
            <a:endParaRPr lang="vi-VN" dirty="0"/>
          </a:p>
          <a:p>
            <a:pPr lvl="4"/>
            <a:r>
              <a:rPr lang="vi-VN" dirty="0" err="1"/>
              <a:t>Mức</a:t>
            </a:r>
            <a:r>
              <a:rPr lang="vi-VN" dirty="0"/>
              <a:t> năm</a:t>
            </a:r>
            <a:endParaRPr lang="en-US" dirty="0"/>
          </a:p>
        </p:txBody>
      </p:sp>
      <p:sp>
        <p:nvSpPr>
          <p:cNvPr id="17" name="Hình chữ nhật: Góc Tròn 16">
            <a:extLst>
              <a:ext uri="{FF2B5EF4-FFF2-40B4-BE49-F238E27FC236}">
                <a16:creationId xmlns:a16="http://schemas.microsoft.com/office/drawing/2014/main" id="{DD3D7CD2-5D2B-4E27-9F2A-19F6A5495757}"/>
              </a:ext>
            </a:extLst>
          </p:cNvPr>
          <p:cNvSpPr/>
          <p:nvPr/>
        </p:nvSpPr>
        <p:spPr>
          <a:xfrm>
            <a:off x="904875" y="228600"/>
            <a:ext cx="10801350" cy="566737"/>
          </a:xfrm>
          <a:prstGeom prst="roundRect">
            <a:avLst/>
          </a:prstGeom>
          <a:solidFill>
            <a:srgbClr val="4A7DA7"/>
          </a:solidFill>
          <a:ln>
            <a:solidFill>
              <a:srgbClr val="FFD3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hỗ dành sẵn cho Tiêu đề 15">
            <a:extLst>
              <a:ext uri="{FF2B5EF4-FFF2-40B4-BE49-F238E27FC236}">
                <a16:creationId xmlns:a16="http://schemas.microsoft.com/office/drawing/2014/main" id="{EB34A0E3-35F5-491B-9F45-728DF883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F5355C64-AD85-4ED1-BD16-FA58530BC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31FD1FEB-A444-4A60-A25E-E5E07E129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16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Hình ảnh 8" descr="Ảnh có chứa sáng, ký hiệu&#10;&#10;Mô tả được tạo tự động">
            <a:extLst>
              <a:ext uri="{FF2B5EF4-FFF2-40B4-BE49-F238E27FC236}">
                <a16:creationId xmlns:a16="http://schemas.microsoft.com/office/drawing/2014/main" id="{81F2C0AD-F747-4695-8A50-2948916B9C7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-57150" y="12701"/>
            <a:ext cx="962025" cy="962025"/>
          </a:xfrm>
          <a:prstGeom prst="rect">
            <a:avLst/>
          </a:prstGeom>
        </p:spPr>
      </p:pic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B668D68-D984-48C7-B9B2-9B352F482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974724"/>
            <a:ext cx="11115674" cy="5618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 dirty="0" err="1"/>
              <a:t>Bấm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sửa</a:t>
            </a:r>
            <a:r>
              <a:rPr lang="vi-VN" dirty="0"/>
              <a:t> </a:t>
            </a:r>
            <a:r>
              <a:rPr lang="vi-VN" dirty="0" err="1"/>
              <a:t>kiểu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cái</a:t>
            </a:r>
            <a:endParaRPr lang="vi-VN" dirty="0"/>
          </a:p>
          <a:p>
            <a:pPr lvl="1"/>
            <a:r>
              <a:rPr lang="vi-VN" dirty="0" err="1"/>
              <a:t>Mức</a:t>
            </a:r>
            <a:r>
              <a:rPr lang="vi-VN" dirty="0"/>
              <a:t> hai</a:t>
            </a:r>
          </a:p>
          <a:p>
            <a:pPr lvl="2"/>
            <a:r>
              <a:rPr lang="vi-VN" dirty="0" err="1"/>
              <a:t>Mức</a:t>
            </a:r>
            <a:r>
              <a:rPr lang="vi-VN" dirty="0"/>
              <a:t> ba</a:t>
            </a:r>
          </a:p>
          <a:p>
            <a:pPr lvl="3"/>
            <a:r>
              <a:rPr lang="vi-VN" dirty="0" err="1"/>
              <a:t>Mức</a:t>
            </a:r>
            <a:r>
              <a:rPr lang="vi-VN" dirty="0"/>
              <a:t> </a:t>
            </a:r>
            <a:r>
              <a:rPr lang="vi-VN" dirty="0" err="1"/>
              <a:t>bốn</a:t>
            </a:r>
            <a:endParaRPr lang="vi-VN" dirty="0"/>
          </a:p>
          <a:p>
            <a:pPr lvl="4"/>
            <a:r>
              <a:rPr lang="vi-VN" dirty="0" err="1"/>
              <a:t>Mức</a:t>
            </a:r>
            <a:r>
              <a:rPr lang="vi-VN" dirty="0"/>
              <a:t> năm</a:t>
            </a:r>
            <a:endParaRPr lang="en-US" dirty="0"/>
          </a:p>
        </p:txBody>
      </p:sp>
      <p:sp>
        <p:nvSpPr>
          <p:cNvPr id="17" name="Hình chữ nhật: Góc Tròn 16">
            <a:extLst>
              <a:ext uri="{FF2B5EF4-FFF2-40B4-BE49-F238E27FC236}">
                <a16:creationId xmlns:a16="http://schemas.microsoft.com/office/drawing/2014/main" id="{DD3D7CD2-5D2B-4E27-9F2A-19F6A5495757}"/>
              </a:ext>
            </a:extLst>
          </p:cNvPr>
          <p:cNvSpPr/>
          <p:nvPr/>
        </p:nvSpPr>
        <p:spPr>
          <a:xfrm>
            <a:off x="904875" y="228600"/>
            <a:ext cx="10801350" cy="566737"/>
          </a:xfrm>
          <a:prstGeom prst="roundRect">
            <a:avLst/>
          </a:prstGeom>
          <a:solidFill>
            <a:srgbClr val="4A7DA7"/>
          </a:solidFill>
          <a:ln>
            <a:solidFill>
              <a:srgbClr val="FFD3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hỗ dành sẵn cho Tiêu đề 15">
            <a:extLst>
              <a:ext uri="{FF2B5EF4-FFF2-40B4-BE49-F238E27FC236}">
                <a16:creationId xmlns:a16="http://schemas.microsoft.com/office/drawing/2014/main" id="{EB34A0E3-35F5-491B-9F45-728DF883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F5355C64-AD85-4ED1-BD16-FA58530BC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96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0FE5516-7451-46AD-A1E8-26D02D286C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919" y="4626688"/>
            <a:ext cx="12120081" cy="1066801"/>
          </a:xfrm>
        </p:spPr>
        <p:txBody>
          <a:bodyPr/>
          <a:lstStyle/>
          <a:p>
            <a:r>
              <a:rPr lang="en-US" dirty="0"/>
              <a:t>Chapter 2: Functions and classes </a:t>
            </a:r>
          </a:p>
        </p:txBody>
      </p:sp>
    </p:spTree>
    <p:extLst>
      <p:ext uri="{BB962C8B-B14F-4D97-AF65-F5344CB8AC3E}">
        <p14:creationId xmlns:p14="http://schemas.microsoft.com/office/powerpoint/2010/main" val="1829236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ỗ dành sẵn cho Nội dung 1">
            <a:extLst>
              <a:ext uri="{FF2B5EF4-FFF2-40B4-BE49-F238E27FC236}">
                <a16:creationId xmlns:a16="http://schemas.microsoft.com/office/drawing/2014/main" id="{5DC21B99-FD41-43AC-B189-6669F46B4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13552" y="1722883"/>
            <a:ext cx="7956479" cy="3568308"/>
          </a:xfrm>
        </p:spPr>
        <p:txBody>
          <a:bodyPr>
            <a:normAutofit/>
          </a:bodyPr>
          <a:lstStyle/>
          <a:p>
            <a:r>
              <a:rPr lang="en-GB" sz="3000" b="1" dirty="0">
                <a:solidFill>
                  <a:schemeClr val="accent1"/>
                </a:solidFill>
              </a:rPr>
              <a:t>What are classes?</a:t>
            </a:r>
          </a:p>
          <a:p>
            <a:r>
              <a:rPr lang="en-GB" sz="3000" b="1" dirty="0">
                <a:solidFill>
                  <a:schemeClr val="accent1"/>
                </a:solidFill>
              </a:rPr>
              <a:t>Creating and using a class</a:t>
            </a:r>
          </a:p>
          <a:p>
            <a:r>
              <a:rPr lang="en-GB" sz="3000" b="1" dirty="0">
                <a:solidFill>
                  <a:schemeClr val="accent1"/>
                </a:solidFill>
              </a:rPr>
              <a:t>Working with Classes and Instances</a:t>
            </a:r>
          </a:p>
          <a:p>
            <a:r>
              <a:rPr lang="en-GB" sz="3000" b="1" dirty="0">
                <a:solidFill>
                  <a:schemeClr val="accent1"/>
                </a:solidFill>
              </a:rPr>
              <a:t>Inheritance</a:t>
            </a:r>
          </a:p>
          <a:p>
            <a:r>
              <a:rPr lang="en-GB" sz="3000" b="1" dirty="0">
                <a:solidFill>
                  <a:schemeClr val="accent1"/>
                </a:solidFill>
              </a:rPr>
              <a:t>Importing Classes</a:t>
            </a:r>
          </a:p>
          <a:p>
            <a:endParaRPr lang="en-GB" sz="30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GB" sz="3000" b="1" dirty="0">
              <a:solidFill>
                <a:schemeClr val="accent1"/>
              </a:solidFill>
            </a:endParaRPr>
          </a:p>
        </p:txBody>
      </p:sp>
      <p:sp>
        <p:nvSpPr>
          <p:cNvPr id="11" name="Tiêu đề 3">
            <a:extLst>
              <a:ext uri="{FF2B5EF4-FFF2-40B4-BE49-F238E27FC236}">
                <a16:creationId xmlns:a16="http://schemas.microsoft.com/office/drawing/2014/main" id="{F413AA2B-2D90-4655-837E-D9E3CC06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Chapter 2: Functions and classes</a:t>
            </a:r>
          </a:p>
        </p:txBody>
      </p:sp>
      <p:sp>
        <p:nvSpPr>
          <p:cNvPr id="12" name="Chỗ dành sẵn cho Số hiệu Bản chiếu 8">
            <a:extLst>
              <a:ext uri="{FF2B5EF4-FFF2-40B4-BE49-F238E27FC236}">
                <a16:creationId xmlns:a16="http://schemas.microsoft.com/office/drawing/2014/main" id="{F458D6AC-39FE-4BE4-91C4-195C5B94E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450C42-9A0B-4425-92C2-70FCF7C45734}" type="slidenum"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A7DA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4A7DA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8DCBFF2C-2C51-47AD-942A-27C9869AB267}"/>
              </a:ext>
            </a:extLst>
          </p:cNvPr>
          <p:cNvSpPr txBox="1"/>
          <p:nvPr/>
        </p:nvSpPr>
        <p:spPr>
          <a:xfrm>
            <a:off x="838200" y="1047964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2.2.	Classes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8987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ội dung 1">
            <a:extLst>
              <a:ext uri="{FF2B5EF4-FFF2-40B4-BE49-F238E27FC236}">
                <a16:creationId xmlns:a16="http://schemas.microsoft.com/office/drawing/2014/main" id="{8DD2DA84-1118-4DC5-8D77-F5A475B0C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GB" dirty="0"/>
              <a:t>Classes are the foundation of object-oriented programming. </a:t>
            </a:r>
          </a:p>
          <a:p>
            <a:pPr algn="just">
              <a:lnSpc>
                <a:spcPct val="100000"/>
              </a:lnSpc>
            </a:pPr>
            <a:r>
              <a:rPr lang="en-GB" dirty="0"/>
              <a:t>Classes represent real-world things you want to model in your programs: for example: dogs, cars, and robots….</a:t>
            </a:r>
          </a:p>
          <a:p>
            <a:pPr algn="just">
              <a:lnSpc>
                <a:spcPct val="100000"/>
              </a:lnSpc>
            </a:pPr>
            <a:r>
              <a:rPr lang="en-GB" dirty="0"/>
              <a:t> You use a class to make objects, which are specific instances of dogs, cars, and robots. </a:t>
            </a:r>
          </a:p>
          <a:p>
            <a:pPr algn="just">
              <a:lnSpc>
                <a:spcPct val="100000"/>
              </a:lnSpc>
            </a:pPr>
            <a:r>
              <a:rPr lang="en-GB" dirty="0"/>
              <a:t>A class defines the general </a:t>
            </a:r>
            <a:r>
              <a:rPr lang="en-GB" dirty="0" err="1"/>
              <a:t>behavior</a:t>
            </a:r>
            <a:r>
              <a:rPr lang="en-GB" dirty="0"/>
              <a:t> that a whole category of objects can have, and the information that can be associated with those objects.</a:t>
            </a:r>
          </a:p>
          <a:p>
            <a:pPr algn="just">
              <a:lnSpc>
                <a:spcPct val="100000"/>
              </a:lnSpc>
            </a:pPr>
            <a:r>
              <a:rPr lang="en-GB" dirty="0"/>
              <a:t>Classes can inherit from each other – you can write a class that extends the functionality of an existing class. This allows you to code efficiently for a wide variety of situations.</a:t>
            </a:r>
            <a:endParaRPr lang="en-US" dirty="0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BF8A200B-5F36-404C-96A5-55E6A2643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What are classes?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C34FE852-AF32-4FCD-B34C-633929904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666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ội dung 1">
            <a:extLst>
              <a:ext uri="{FF2B5EF4-FFF2-40B4-BE49-F238E27FC236}">
                <a16:creationId xmlns:a16="http://schemas.microsoft.com/office/drawing/2014/main" id="{8DD2DA84-1118-4DC5-8D77-F5A475B0C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1" y="974725"/>
            <a:ext cx="11115674" cy="87462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3200" b="1" i="1" dirty="0"/>
              <a:t>Creating the Dog Class</a:t>
            </a:r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BF8A200B-5F36-404C-96A5-55E6A2643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Creating and using a class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C34FE852-AF32-4FCD-B34C-633929904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4</a:t>
            </a:fld>
            <a:endParaRPr lang="en-US"/>
          </a:p>
        </p:txBody>
      </p:sp>
      <p:pic>
        <p:nvPicPr>
          <p:cNvPr id="1026" name="Picture 2" descr="How America's dogs and cats have become a $72 billion industry">
            <a:extLst>
              <a:ext uri="{FF2B5EF4-FFF2-40B4-BE49-F238E27FC236}">
                <a16:creationId xmlns:a16="http://schemas.microsoft.com/office/drawing/2014/main" id="{4DF17766-BEBB-40C1-8502-E9397C50D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841" y="3059129"/>
            <a:ext cx="2655363" cy="1493642"/>
          </a:xfrm>
          <a:prstGeom prst="ellipse">
            <a:avLst/>
          </a:prstGeom>
          <a:ln w="63500" cap="rnd">
            <a:solidFill>
              <a:srgbClr val="0070C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Nhóm 11">
            <a:extLst>
              <a:ext uri="{FF2B5EF4-FFF2-40B4-BE49-F238E27FC236}">
                <a16:creationId xmlns:a16="http://schemas.microsoft.com/office/drawing/2014/main" id="{AEDE347C-B892-4898-99C3-BBE5BCCFBA53}"/>
              </a:ext>
            </a:extLst>
          </p:cNvPr>
          <p:cNvGrpSpPr/>
          <p:nvPr/>
        </p:nvGrpSpPr>
        <p:grpSpPr>
          <a:xfrm>
            <a:off x="1962162" y="2015244"/>
            <a:ext cx="2971548" cy="1262624"/>
            <a:chOff x="1962162" y="2015244"/>
            <a:chExt cx="2971548" cy="1262624"/>
          </a:xfrm>
        </p:grpSpPr>
        <p:sp>
          <p:nvSpPr>
            <p:cNvPr id="5" name="Hình chữ nhật: Góc Tròn 4">
              <a:extLst>
                <a:ext uri="{FF2B5EF4-FFF2-40B4-BE49-F238E27FC236}">
                  <a16:creationId xmlns:a16="http://schemas.microsoft.com/office/drawing/2014/main" id="{966F6313-8C8D-4FAA-8998-384EC19F3D8C}"/>
                </a:ext>
              </a:extLst>
            </p:cNvPr>
            <p:cNvSpPr/>
            <p:nvPr/>
          </p:nvSpPr>
          <p:spPr>
            <a:xfrm>
              <a:off x="1962162" y="2015244"/>
              <a:ext cx="1643865" cy="565078"/>
            </a:xfrm>
            <a:prstGeom prst="roundRect">
              <a:avLst/>
            </a:prstGeom>
            <a:ln w="28575">
              <a:solidFill>
                <a:srgbClr val="0070C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Name</a:t>
              </a:r>
            </a:p>
          </p:txBody>
        </p:sp>
        <p:cxnSp>
          <p:nvCxnSpPr>
            <p:cNvPr id="11" name="Đường nối Thẳng 10">
              <a:extLst>
                <a:ext uri="{FF2B5EF4-FFF2-40B4-BE49-F238E27FC236}">
                  <a16:creationId xmlns:a16="http://schemas.microsoft.com/office/drawing/2014/main" id="{F4E8BEE7-EA90-47B7-9979-1BB8040BE250}"/>
                </a:ext>
              </a:extLst>
            </p:cNvPr>
            <p:cNvCxnSpPr>
              <a:stCxn id="5" idx="2"/>
              <a:endCxn id="1026" idx="1"/>
            </p:cNvCxnSpPr>
            <p:nvPr/>
          </p:nvCxnSpPr>
          <p:spPr>
            <a:xfrm>
              <a:off x="2784095" y="2580322"/>
              <a:ext cx="2149615" cy="69754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Nhóm 13">
            <a:extLst>
              <a:ext uri="{FF2B5EF4-FFF2-40B4-BE49-F238E27FC236}">
                <a16:creationId xmlns:a16="http://schemas.microsoft.com/office/drawing/2014/main" id="{667F3552-800D-4A16-AB53-92E1D3F3C4C1}"/>
              </a:ext>
            </a:extLst>
          </p:cNvPr>
          <p:cNvGrpSpPr/>
          <p:nvPr/>
        </p:nvGrpSpPr>
        <p:grpSpPr>
          <a:xfrm>
            <a:off x="5050589" y="2015244"/>
            <a:ext cx="1643865" cy="1043885"/>
            <a:chOff x="2809765" y="2092507"/>
            <a:chExt cx="1643865" cy="1043885"/>
          </a:xfrm>
        </p:grpSpPr>
        <p:sp>
          <p:nvSpPr>
            <p:cNvPr id="15" name="Hình chữ nhật: Góc Tròn 14">
              <a:extLst>
                <a:ext uri="{FF2B5EF4-FFF2-40B4-BE49-F238E27FC236}">
                  <a16:creationId xmlns:a16="http://schemas.microsoft.com/office/drawing/2014/main" id="{1A9096D4-9AB5-48F2-8BF2-FE506DFDD55B}"/>
                </a:ext>
              </a:extLst>
            </p:cNvPr>
            <p:cNvSpPr/>
            <p:nvPr/>
          </p:nvSpPr>
          <p:spPr>
            <a:xfrm>
              <a:off x="2809765" y="2092507"/>
              <a:ext cx="1643865" cy="565078"/>
            </a:xfrm>
            <a:prstGeom prst="roundRect">
              <a:avLst/>
            </a:prstGeom>
            <a:ln w="28575">
              <a:solidFill>
                <a:srgbClr val="0070C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Age</a:t>
              </a:r>
            </a:p>
          </p:txBody>
        </p:sp>
        <p:cxnSp>
          <p:nvCxnSpPr>
            <p:cNvPr id="16" name="Đường nối Thẳng 15">
              <a:extLst>
                <a:ext uri="{FF2B5EF4-FFF2-40B4-BE49-F238E27FC236}">
                  <a16:creationId xmlns:a16="http://schemas.microsoft.com/office/drawing/2014/main" id="{A50E726A-679B-4F33-B875-0EACE36C5D34}"/>
                </a:ext>
              </a:extLst>
            </p:cNvPr>
            <p:cNvCxnSpPr>
              <a:cxnSpLocks/>
              <a:stCxn id="15" idx="2"/>
              <a:endCxn id="1026" idx="0"/>
            </p:cNvCxnSpPr>
            <p:nvPr/>
          </p:nvCxnSpPr>
          <p:spPr>
            <a:xfrm>
              <a:off x="3631698" y="2657585"/>
              <a:ext cx="1" cy="47880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Nhóm 18">
            <a:extLst>
              <a:ext uri="{FF2B5EF4-FFF2-40B4-BE49-F238E27FC236}">
                <a16:creationId xmlns:a16="http://schemas.microsoft.com/office/drawing/2014/main" id="{689134E3-31A7-45F7-88A6-47684E60553F}"/>
              </a:ext>
            </a:extLst>
          </p:cNvPr>
          <p:cNvGrpSpPr/>
          <p:nvPr/>
        </p:nvGrpSpPr>
        <p:grpSpPr>
          <a:xfrm>
            <a:off x="6811335" y="2015244"/>
            <a:ext cx="2971546" cy="1262624"/>
            <a:chOff x="1482084" y="2092507"/>
            <a:chExt cx="2971546" cy="1262624"/>
          </a:xfrm>
        </p:grpSpPr>
        <p:sp>
          <p:nvSpPr>
            <p:cNvPr id="20" name="Hình chữ nhật: Góc Tròn 19">
              <a:extLst>
                <a:ext uri="{FF2B5EF4-FFF2-40B4-BE49-F238E27FC236}">
                  <a16:creationId xmlns:a16="http://schemas.microsoft.com/office/drawing/2014/main" id="{657589E6-8BAA-4CED-8FC0-E407B2C97E6F}"/>
                </a:ext>
              </a:extLst>
            </p:cNvPr>
            <p:cNvSpPr/>
            <p:nvPr/>
          </p:nvSpPr>
          <p:spPr>
            <a:xfrm>
              <a:off x="2809765" y="2092507"/>
              <a:ext cx="1643865" cy="565078"/>
            </a:xfrm>
            <a:prstGeom prst="roundRect">
              <a:avLst/>
            </a:prstGeom>
            <a:ln w="28575">
              <a:solidFill>
                <a:srgbClr val="0070C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Weight</a:t>
              </a:r>
            </a:p>
          </p:txBody>
        </p:sp>
        <p:cxnSp>
          <p:nvCxnSpPr>
            <p:cNvPr id="21" name="Đường nối Thẳng 20">
              <a:extLst>
                <a:ext uri="{FF2B5EF4-FFF2-40B4-BE49-F238E27FC236}">
                  <a16:creationId xmlns:a16="http://schemas.microsoft.com/office/drawing/2014/main" id="{FF35B2E2-A5CE-45E9-85F1-5389BA3BDE34}"/>
                </a:ext>
              </a:extLst>
            </p:cNvPr>
            <p:cNvCxnSpPr>
              <a:cxnSpLocks/>
              <a:stCxn id="20" idx="2"/>
              <a:endCxn id="1026" idx="7"/>
            </p:cNvCxnSpPr>
            <p:nvPr/>
          </p:nvCxnSpPr>
          <p:spPr>
            <a:xfrm flipH="1">
              <a:off x="1482084" y="2657585"/>
              <a:ext cx="2149614" cy="69754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Nhóm 30">
            <a:extLst>
              <a:ext uri="{FF2B5EF4-FFF2-40B4-BE49-F238E27FC236}">
                <a16:creationId xmlns:a16="http://schemas.microsoft.com/office/drawing/2014/main" id="{E8F6FE50-B121-4D1B-A9C0-D5059C4E6DC9}"/>
              </a:ext>
            </a:extLst>
          </p:cNvPr>
          <p:cNvGrpSpPr/>
          <p:nvPr/>
        </p:nvGrpSpPr>
        <p:grpSpPr>
          <a:xfrm>
            <a:off x="2047886" y="4200470"/>
            <a:ext cx="2885824" cy="2554789"/>
            <a:chOff x="2047886" y="4200470"/>
            <a:chExt cx="2885824" cy="2554789"/>
          </a:xfrm>
        </p:grpSpPr>
        <p:grpSp>
          <p:nvGrpSpPr>
            <p:cNvPr id="8" name="Nhóm 7">
              <a:extLst>
                <a:ext uri="{FF2B5EF4-FFF2-40B4-BE49-F238E27FC236}">
                  <a16:creationId xmlns:a16="http://schemas.microsoft.com/office/drawing/2014/main" id="{7F97E901-CA80-45CF-A66E-4845B1D0C739}"/>
                </a:ext>
              </a:extLst>
            </p:cNvPr>
            <p:cNvGrpSpPr/>
            <p:nvPr/>
          </p:nvGrpSpPr>
          <p:grpSpPr>
            <a:xfrm>
              <a:off x="2047886" y="4334032"/>
              <a:ext cx="2885824" cy="2421227"/>
              <a:chOff x="2047886" y="4334032"/>
              <a:chExt cx="2885824" cy="2421227"/>
            </a:xfrm>
          </p:grpSpPr>
          <p:pic>
            <p:nvPicPr>
              <p:cNvPr id="3074" name="Picture 2" descr="Dog Sitting GIFs | Tenor">
                <a:extLst>
                  <a:ext uri="{FF2B5EF4-FFF2-40B4-BE49-F238E27FC236}">
                    <a16:creationId xmlns:a16="http://schemas.microsoft.com/office/drawing/2014/main" id="{E230B725-46F3-46B7-A9F4-E4375CF7DF92}"/>
                  </a:ext>
                </a:extLst>
              </p:cNvPr>
              <p:cNvPicPr>
                <a:picLocks noChangeAspect="1" noChangeArrowheads="1" noCrop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47886" y="4747420"/>
                <a:ext cx="1472415" cy="2007839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7" name="Đường nối Thẳng 6">
                <a:extLst>
                  <a:ext uri="{FF2B5EF4-FFF2-40B4-BE49-F238E27FC236}">
                    <a16:creationId xmlns:a16="http://schemas.microsoft.com/office/drawing/2014/main" id="{64E7873C-C3A0-4371-942E-2567F9565C60}"/>
                  </a:ext>
                </a:extLst>
              </p:cNvPr>
              <p:cNvCxnSpPr>
                <a:cxnSpLocks/>
                <a:stCxn id="1026" idx="3"/>
                <a:endCxn id="3074" idx="3"/>
              </p:cNvCxnSpPr>
              <p:nvPr/>
            </p:nvCxnSpPr>
            <p:spPr>
              <a:xfrm flipH="1">
                <a:off x="3520301" y="4334032"/>
                <a:ext cx="1413409" cy="141730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Hộp Văn bản 28">
              <a:extLst>
                <a:ext uri="{FF2B5EF4-FFF2-40B4-BE49-F238E27FC236}">
                  <a16:creationId xmlns:a16="http://schemas.microsoft.com/office/drawing/2014/main" id="{FC0561C3-101C-43BC-B28B-4CDCC16D1AD5}"/>
                </a:ext>
              </a:extLst>
            </p:cNvPr>
            <p:cNvSpPr txBox="1"/>
            <p:nvPr/>
          </p:nvSpPr>
          <p:spPr>
            <a:xfrm>
              <a:off x="2047886" y="4200470"/>
              <a:ext cx="14724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Sit</a:t>
              </a:r>
            </a:p>
          </p:txBody>
        </p:sp>
      </p:grpSp>
      <p:grpSp>
        <p:nvGrpSpPr>
          <p:cNvPr id="32" name="Nhóm 31">
            <a:extLst>
              <a:ext uri="{FF2B5EF4-FFF2-40B4-BE49-F238E27FC236}">
                <a16:creationId xmlns:a16="http://schemas.microsoft.com/office/drawing/2014/main" id="{6112E375-C0DE-44F2-B2F3-B83BCC2BA973}"/>
              </a:ext>
            </a:extLst>
          </p:cNvPr>
          <p:cNvGrpSpPr/>
          <p:nvPr/>
        </p:nvGrpSpPr>
        <p:grpSpPr>
          <a:xfrm>
            <a:off x="6811335" y="4152191"/>
            <a:ext cx="3578363" cy="2195429"/>
            <a:chOff x="6811335" y="4152191"/>
            <a:chExt cx="3578363" cy="2195429"/>
          </a:xfrm>
        </p:grpSpPr>
        <p:grpSp>
          <p:nvGrpSpPr>
            <p:cNvPr id="23" name="Nhóm 22">
              <a:extLst>
                <a:ext uri="{FF2B5EF4-FFF2-40B4-BE49-F238E27FC236}">
                  <a16:creationId xmlns:a16="http://schemas.microsoft.com/office/drawing/2014/main" id="{8AB6B781-9E2D-4DEF-A547-8E00A4C6263C}"/>
                </a:ext>
              </a:extLst>
            </p:cNvPr>
            <p:cNvGrpSpPr/>
            <p:nvPr/>
          </p:nvGrpSpPr>
          <p:grpSpPr>
            <a:xfrm>
              <a:off x="6811335" y="4334032"/>
              <a:ext cx="3578363" cy="2013588"/>
              <a:chOff x="6811335" y="4334032"/>
              <a:chExt cx="3578363" cy="2013588"/>
            </a:xfrm>
          </p:grpSpPr>
          <p:pic>
            <p:nvPicPr>
              <p:cNvPr id="4098" name="Picture 2" descr="Dog Roll GIFs | Tenor">
                <a:extLst>
                  <a:ext uri="{FF2B5EF4-FFF2-40B4-BE49-F238E27FC236}">
                    <a16:creationId xmlns:a16="http://schemas.microsoft.com/office/drawing/2014/main" id="{8EA5BC5E-DD78-42BD-821D-71A2B30752F3}"/>
                  </a:ext>
                </a:extLst>
              </p:cNvPr>
              <p:cNvPicPr>
                <a:picLocks noChangeAspect="1" noChangeArrowheads="1" noCrop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32198" y="4747420"/>
                <a:ext cx="2857500" cy="1600200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2" name="Đường nối Thẳng 21">
                <a:extLst>
                  <a:ext uri="{FF2B5EF4-FFF2-40B4-BE49-F238E27FC236}">
                    <a16:creationId xmlns:a16="http://schemas.microsoft.com/office/drawing/2014/main" id="{B9CFC44D-0E0D-466D-9550-B7201939CDF3}"/>
                  </a:ext>
                </a:extLst>
              </p:cNvPr>
              <p:cNvCxnSpPr>
                <a:cxnSpLocks/>
                <a:stCxn id="1026" idx="5"/>
                <a:endCxn id="4098" idx="1"/>
              </p:cNvCxnSpPr>
              <p:nvPr/>
            </p:nvCxnSpPr>
            <p:spPr>
              <a:xfrm>
                <a:off x="6811335" y="4334032"/>
                <a:ext cx="720863" cy="1213488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Hộp Văn bản 29">
              <a:extLst>
                <a:ext uri="{FF2B5EF4-FFF2-40B4-BE49-F238E27FC236}">
                  <a16:creationId xmlns:a16="http://schemas.microsoft.com/office/drawing/2014/main" id="{C362D2B8-F93C-44E7-8502-A40D812E2652}"/>
                </a:ext>
              </a:extLst>
            </p:cNvPr>
            <p:cNvSpPr txBox="1"/>
            <p:nvPr/>
          </p:nvSpPr>
          <p:spPr>
            <a:xfrm>
              <a:off x="7532198" y="4152191"/>
              <a:ext cx="28575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Roll over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705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Hình ảnh 16">
            <a:extLst>
              <a:ext uri="{FF2B5EF4-FFF2-40B4-BE49-F238E27FC236}">
                <a16:creationId xmlns:a16="http://schemas.microsoft.com/office/drawing/2014/main" id="{2371A8C3-595D-4FAD-8E79-BA03CD69E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816" y="1675754"/>
            <a:ext cx="9401175" cy="3867150"/>
          </a:xfrm>
          <a:prstGeom prst="rect">
            <a:avLst/>
          </a:prstGeom>
        </p:spPr>
      </p:pic>
      <p:sp>
        <p:nvSpPr>
          <p:cNvPr id="2" name="Chỗ dành sẵn cho Nội dung 1">
            <a:extLst>
              <a:ext uri="{FF2B5EF4-FFF2-40B4-BE49-F238E27FC236}">
                <a16:creationId xmlns:a16="http://schemas.microsoft.com/office/drawing/2014/main" id="{8DD2DA84-1118-4DC5-8D77-F5A475B0C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1" y="974725"/>
            <a:ext cx="11115674" cy="87462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3200" b="1" i="1" dirty="0"/>
              <a:t>Creating the Dog Class</a:t>
            </a:r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BF8A200B-5F36-404C-96A5-55E6A2643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Creating and using a class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C34FE852-AF32-4FCD-B34C-633929904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5</a:t>
            </a:fld>
            <a:endParaRPr lang="en-US"/>
          </a:p>
        </p:txBody>
      </p:sp>
      <p:grpSp>
        <p:nvGrpSpPr>
          <p:cNvPr id="19" name="Nhóm 18">
            <a:extLst>
              <a:ext uri="{FF2B5EF4-FFF2-40B4-BE49-F238E27FC236}">
                <a16:creationId xmlns:a16="http://schemas.microsoft.com/office/drawing/2014/main" id="{A7D225B8-5EEC-4BAC-B2FF-77795E2AD707}"/>
              </a:ext>
            </a:extLst>
          </p:cNvPr>
          <p:cNvGrpSpPr/>
          <p:nvPr/>
        </p:nvGrpSpPr>
        <p:grpSpPr>
          <a:xfrm>
            <a:off x="1986605" y="1194658"/>
            <a:ext cx="6837710" cy="916727"/>
            <a:chOff x="1411251" y="1061088"/>
            <a:chExt cx="6837710" cy="916727"/>
          </a:xfrm>
        </p:grpSpPr>
        <p:sp>
          <p:nvSpPr>
            <p:cNvPr id="7" name="Hình chữ nhật: Góc Tròn 6">
              <a:extLst>
                <a:ext uri="{FF2B5EF4-FFF2-40B4-BE49-F238E27FC236}">
                  <a16:creationId xmlns:a16="http://schemas.microsoft.com/office/drawing/2014/main" id="{97656AAA-0B15-4DD8-BD78-D66B362E65FA}"/>
                </a:ext>
              </a:extLst>
            </p:cNvPr>
            <p:cNvSpPr/>
            <p:nvPr/>
          </p:nvSpPr>
          <p:spPr>
            <a:xfrm>
              <a:off x="1411251" y="1640198"/>
              <a:ext cx="1502914" cy="337617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Đường kết nối: Cong 8">
              <a:extLst>
                <a:ext uri="{FF2B5EF4-FFF2-40B4-BE49-F238E27FC236}">
                  <a16:creationId xmlns:a16="http://schemas.microsoft.com/office/drawing/2014/main" id="{7793105B-5D02-4E27-AD12-0E2EFA3810AF}"/>
                </a:ext>
              </a:extLst>
            </p:cNvPr>
            <p:cNvCxnSpPr>
              <a:cxnSpLocks/>
              <a:stCxn id="7" idx="0"/>
              <a:endCxn id="12" idx="1"/>
            </p:cNvCxnSpPr>
            <p:nvPr/>
          </p:nvCxnSpPr>
          <p:spPr>
            <a:xfrm rot="5400000" flipH="1" flipV="1">
              <a:off x="3412593" y="42037"/>
              <a:ext cx="348277" cy="2848046"/>
            </a:xfrm>
            <a:prstGeom prst="curved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Hộp Văn bản 11">
              <a:extLst>
                <a:ext uri="{FF2B5EF4-FFF2-40B4-BE49-F238E27FC236}">
                  <a16:creationId xmlns:a16="http://schemas.microsoft.com/office/drawing/2014/main" id="{41DE2E83-6B80-42AF-8FEE-3647C8CB6AD2}"/>
                </a:ext>
              </a:extLst>
            </p:cNvPr>
            <p:cNvSpPr txBox="1"/>
            <p:nvPr/>
          </p:nvSpPr>
          <p:spPr>
            <a:xfrm>
              <a:off x="5010754" y="1061088"/>
              <a:ext cx="3238207" cy="46166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2400" b="0" i="0" dirty="0">
                  <a:solidFill>
                    <a:srgbClr val="000000"/>
                  </a:solidFill>
                  <a:effectLst/>
                  <a:latin typeface="+mj-lt"/>
                </a:rPr>
                <a:t>define a class called Dog</a:t>
              </a:r>
              <a:r>
                <a:rPr lang="en-GB" sz="2400" dirty="0">
                  <a:latin typeface="+mj-lt"/>
                </a:rPr>
                <a:t> </a:t>
              </a:r>
              <a:endParaRPr lang="en-US" sz="2400" dirty="0">
                <a:latin typeface="+mj-lt"/>
              </a:endParaRPr>
            </a:p>
          </p:txBody>
        </p:sp>
      </p:grpSp>
      <p:grpSp>
        <p:nvGrpSpPr>
          <p:cNvPr id="20" name="Nhóm 19">
            <a:extLst>
              <a:ext uri="{FF2B5EF4-FFF2-40B4-BE49-F238E27FC236}">
                <a16:creationId xmlns:a16="http://schemas.microsoft.com/office/drawing/2014/main" id="{FA7F3795-EEB0-4930-AB1E-78D6E9285246}"/>
              </a:ext>
            </a:extLst>
          </p:cNvPr>
          <p:cNvGrpSpPr/>
          <p:nvPr/>
        </p:nvGrpSpPr>
        <p:grpSpPr>
          <a:xfrm>
            <a:off x="2553130" y="1695670"/>
            <a:ext cx="5347698" cy="713558"/>
            <a:chOff x="1068513" y="1255508"/>
            <a:chExt cx="5347698" cy="713558"/>
          </a:xfrm>
        </p:grpSpPr>
        <p:sp>
          <p:nvSpPr>
            <p:cNvPr id="21" name="Hình chữ nhật: Góc Tròn 20">
              <a:extLst>
                <a:ext uri="{FF2B5EF4-FFF2-40B4-BE49-F238E27FC236}">
                  <a16:creationId xmlns:a16="http://schemas.microsoft.com/office/drawing/2014/main" id="{61506C35-7779-4DDD-BE86-8A80BD1DDDB6}"/>
                </a:ext>
              </a:extLst>
            </p:cNvPr>
            <p:cNvSpPr/>
            <p:nvPr/>
          </p:nvSpPr>
          <p:spPr>
            <a:xfrm>
              <a:off x="1068513" y="1690043"/>
              <a:ext cx="5347698" cy="279023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Đường kết nối: Cong 21">
              <a:extLst>
                <a:ext uri="{FF2B5EF4-FFF2-40B4-BE49-F238E27FC236}">
                  <a16:creationId xmlns:a16="http://schemas.microsoft.com/office/drawing/2014/main" id="{68C9C9D8-2182-484D-8A0A-5E4D38923740}"/>
                </a:ext>
              </a:extLst>
            </p:cNvPr>
            <p:cNvCxnSpPr>
              <a:cxnSpLocks/>
              <a:stCxn id="21" idx="0"/>
              <a:endCxn id="23" idx="1"/>
            </p:cNvCxnSpPr>
            <p:nvPr/>
          </p:nvCxnSpPr>
          <p:spPr>
            <a:xfrm rot="5400000" flipH="1" flipV="1">
              <a:off x="3809583" y="1398136"/>
              <a:ext cx="224687" cy="359129"/>
            </a:xfrm>
            <a:prstGeom prst="curved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Hộp Văn bản 22">
              <a:extLst>
                <a:ext uri="{FF2B5EF4-FFF2-40B4-BE49-F238E27FC236}">
                  <a16:creationId xmlns:a16="http://schemas.microsoft.com/office/drawing/2014/main" id="{9DC94292-526B-42D0-B1EB-AE6348A6B0C0}"/>
                </a:ext>
              </a:extLst>
            </p:cNvPr>
            <p:cNvSpPr txBox="1"/>
            <p:nvPr/>
          </p:nvSpPr>
          <p:spPr>
            <a:xfrm>
              <a:off x="4101491" y="1255508"/>
              <a:ext cx="1373317" cy="41969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2400" b="0" i="0" dirty="0">
                  <a:solidFill>
                    <a:srgbClr val="000000"/>
                  </a:solidFill>
                  <a:effectLst/>
                  <a:latin typeface="+mj-lt"/>
                </a:rPr>
                <a:t>docstring</a:t>
              </a:r>
              <a:endParaRPr lang="en-US" sz="2400" dirty="0">
                <a:latin typeface="+mj-lt"/>
              </a:endParaRPr>
            </a:p>
          </p:txBody>
        </p:sp>
      </p:grpSp>
      <p:grpSp>
        <p:nvGrpSpPr>
          <p:cNvPr id="16" name="Nhóm 15">
            <a:extLst>
              <a:ext uri="{FF2B5EF4-FFF2-40B4-BE49-F238E27FC236}">
                <a16:creationId xmlns:a16="http://schemas.microsoft.com/office/drawing/2014/main" id="{CF007101-2C6A-49E1-8A83-1057236B2AFC}"/>
              </a:ext>
            </a:extLst>
          </p:cNvPr>
          <p:cNvGrpSpPr/>
          <p:nvPr/>
        </p:nvGrpSpPr>
        <p:grpSpPr>
          <a:xfrm>
            <a:off x="5226979" y="2321086"/>
            <a:ext cx="4633042" cy="461665"/>
            <a:chOff x="1870168" y="1603723"/>
            <a:chExt cx="4633042" cy="461665"/>
          </a:xfrm>
        </p:grpSpPr>
        <p:sp>
          <p:nvSpPr>
            <p:cNvPr id="18" name="Hình chữ nhật: Góc Tròn 17">
              <a:extLst>
                <a:ext uri="{FF2B5EF4-FFF2-40B4-BE49-F238E27FC236}">
                  <a16:creationId xmlns:a16="http://schemas.microsoft.com/office/drawing/2014/main" id="{127BD0F7-16B1-4634-B421-0F97ED4716A6}"/>
                </a:ext>
              </a:extLst>
            </p:cNvPr>
            <p:cNvSpPr/>
            <p:nvPr/>
          </p:nvSpPr>
          <p:spPr>
            <a:xfrm>
              <a:off x="1870168" y="1720866"/>
              <a:ext cx="1317658" cy="221034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Đường kết nối: Cong 23">
              <a:extLst>
                <a:ext uri="{FF2B5EF4-FFF2-40B4-BE49-F238E27FC236}">
                  <a16:creationId xmlns:a16="http://schemas.microsoft.com/office/drawing/2014/main" id="{6F42A9FE-50A4-4CAC-9C8B-FAD916456CB8}"/>
                </a:ext>
              </a:extLst>
            </p:cNvPr>
            <p:cNvCxnSpPr>
              <a:cxnSpLocks/>
              <a:stCxn id="18" idx="3"/>
              <a:endCxn id="25" idx="1"/>
            </p:cNvCxnSpPr>
            <p:nvPr/>
          </p:nvCxnSpPr>
          <p:spPr>
            <a:xfrm>
              <a:off x="3187826" y="1831383"/>
              <a:ext cx="1699626" cy="3173"/>
            </a:xfrm>
            <a:prstGeom prst="curved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Hộp Văn bản 24">
              <a:extLst>
                <a:ext uri="{FF2B5EF4-FFF2-40B4-BE49-F238E27FC236}">
                  <a16:creationId xmlns:a16="http://schemas.microsoft.com/office/drawing/2014/main" id="{59CB983E-FAC2-4210-886F-D32A4D94D156}"/>
                </a:ext>
              </a:extLst>
            </p:cNvPr>
            <p:cNvSpPr txBox="1"/>
            <p:nvPr/>
          </p:nvSpPr>
          <p:spPr>
            <a:xfrm>
              <a:off x="4887452" y="1603723"/>
              <a:ext cx="1615758" cy="46166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2400" dirty="0">
                  <a:solidFill>
                    <a:srgbClr val="000000"/>
                  </a:solidFill>
                  <a:latin typeface="+mj-lt"/>
                </a:rPr>
                <a:t>attributes</a:t>
              </a:r>
              <a:endParaRPr lang="en-US" sz="2400" dirty="0">
                <a:latin typeface="+mj-lt"/>
              </a:endParaRPr>
            </a:p>
          </p:txBody>
        </p:sp>
      </p:grpSp>
      <p:grpSp>
        <p:nvGrpSpPr>
          <p:cNvPr id="33" name="Nhóm 32">
            <a:extLst>
              <a:ext uri="{FF2B5EF4-FFF2-40B4-BE49-F238E27FC236}">
                <a16:creationId xmlns:a16="http://schemas.microsoft.com/office/drawing/2014/main" id="{473A5EF5-B2A1-4E18-A5EC-2C7FD96FC759}"/>
              </a:ext>
            </a:extLst>
          </p:cNvPr>
          <p:cNvGrpSpPr/>
          <p:nvPr/>
        </p:nvGrpSpPr>
        <p:grpSpPr>
          <a:xfrm>
            <a:off x="808695" y="2310434"/>
            <a:ext cx="1741735" cy="2507026"/>
            <a:chOff x="808695" y="2310434"/>
            <a:chExt cx="1741735" cy="2507026"/>
          </a:xfrm>
          <a:solidFill>
            <a:srgbClr val="7E7EFB">
              <a:alpha val="50000"/>
            </a:srgbClr>
          </a:solidFill>
        </p:grpSpPr>
        <p:sp>
          <p:nvSpPr>
            <p:cNvPr id="26" name="Mũi tên: Phải Có Khía 25">
              <a:extLst>
                <a:ext uri="{FF2B5EF4-FFF2-40B4-BE49-F238E27FC236}">
                  <a16:creationId xmlns:a16="http://schemas.microsoft.com/office/drawing/2014/main" id="{9BDDF6D5-BF3D-4252-9E42-892409F2007C}"/>
                </a:ext>
              </a:extLst>
            </p:cNvPr>
            <p:cNvSpPr/>
            <p:nvPr/>
          </p:nvSpPr>
          <p:spPr>
            <a:xfrm>
              <a:off x="1413686" y="2310434"/>
              <a:ext cx="1128180" cy="449370"/>
            </a:xfrm>
            <a:prstGeom prst="notchedRightArrow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Mũi tên: Phải Có Khía 27">
              <a:extLst>
                <a:ext uri="{FF2B5EF4-FFF2-40B4-BE49-F238E27FC236}">
                  <a16:creationId xmlns:a16="http://schemas.microsoft.com/office/drawing/2014/main" id="{FD03AAC7-32C6-456A-B9F4-9996CBB01035}"/>
                </a:ext>
              </a:extLst>
            </p:cNvPr>
            <p:cNvSpPr/>
            <p:nvPr/>
          </p:nvSpPr>
          <p:spPr>
            <a:xfrm>
              <a:off x="1422250" y="3490247"/>
              <a:ext cx="1128180" cy="449370"/>
            </a:xfrm>
            <a:prstGeom prst="notchedRightArrow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Mũi tên: Phải Có Khía 29">
              <a:extLst>
                <a:ext uri="{FF2B5EF4-FFF2-40B4-BE49-F238E27FC236}">
                  <a16:creationId xmlns:a16="http://schemas.microsoft.com/office/drawing/2014/main" id="{05CA5A9E-F8A7-4877-8ADE-CE8DC903CB67}"/>
                </a:ext>
              </a:extLst>
            </p:cNvPr>
            <p:cNvSpPr/>
            <p:nvPr/>
          </p:nvSpPr>
          <p:spPr>
            <a:xfrm>
              <a:off x="1422250" y="4368090"/>
              <a:ext cx="1128180" cy="449370"/>
            </a:xfrm>
            <a:prstGeom prst="notchedRightArrow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Hộp Văn bản 31">
              <a:extLst>
                <a:ext uri="{FF2B5EF4-FFF2-40B4-BE49-F238E27FC236}">
                  <a16:creationId xmlns:a16="http://schemas.microsoft.com/office/drawing/2014/main" id="{CC8A2C37-1FB5-41F8-895A-901E6341AA69}"/>
                </a:ext>
              </a:extLst>
            </p:cNvPr>
            <p:cNvSpPr txBox="1"/>
            <p:nvPr/>
          </p:nvSpPr>
          <p:spPr>
            <a:xfrm>
              <a:off x="808695" y="2438230"/>
              <a:ext cx="615553" cy="2278150"/>
            </a:xfrm>
            <a:prstGeom prst="rect">
              <a:avLst/>
            </a:prstGeom>
            <a:grpFill/>
            <a:ln w="19050">
              <a:solidFill>
                <a:schemeClr val="accent1"/>
              </a:solidFill>
            </a:ln>
          </p:spPr>
          <p:txBody>
            <a:bodyPr vert="vert" wrap="square">
              <a:spAutoFit/>
            </a:bodyPr>
            <a:lstStyle/>
            <a:p>
              <a:pPr algn="ctr"/>
              <a:r>
                <a:rPr lang="en-GB" sz="2800" b="1" i="0" dirty="0">
                  <a:solidFill>
                    <a:srgbClr val="000000"/>
                  </a:solidFill>
                  <a:effectLst/>
                </a:rPr>
                <a:t>Method</a:t>
              </a:r>
              <a:endParaRPr lang="en-US" sz="2800" b="1" dirty="0"/>
            </a:p>
          </p:txBody>
        </p:sp>
      </p:grpSp>
      <p:sp>
        <p:nvSpPr>
          <p:cNvPr id="29" name="Hộp Văn bản 28">
            <a:extLst>
              <a:ext uri="{FF2B5EF4-FFF2-40B4-BE49-F238E27FC236}">
                <a16:creationId xmlns:a16="http://schemas.microsoft.com/office/drawing/2014/main" id="{39E2BCDE-A0DC-4354-A3BB-457DA11F9A53}"/>
              </a:ext>
            </a:extLst>
          </p:cNvPr>
          <p:cNvSpPr txBox="1"/>
          <p:nvPr/>
        </p:nvSpPr>
        <p:spPr>
          <a:xfrm>
            <a:off x="1301815" y="5599074"/>
            <a:ext cx="94011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000000"/>
                </a:solidFill>
                <a:effectLst/>
                <a:latin typeface="Futura-CondensedBold"/>
              </a:rPr>
              <a:t>The</a:t>
            </a:r>
            <a:r>
              <a:rPr lang="en-US" sz="2400" b="1" i="0" dirty="0">
                <a:solidFill>
                  <a:schemeClr val="accent1"/>
                </a:solidFill>
                <a:effectLst/>
                <a:latin typeface="Futura-CondensedBold"/>
              </a:rPr>
              <a:t> __</a:t>
            </a:r>
            <a:r>
              <a:rPr lang="en-US" sz="2400" b="1" i="0" dirty="0" err="1">
                <a:solidFill>
                  <a:schemeClr val="accent1"/>
                </a:solidFill>
                <a:effectLst/>
                <a:latin typeface="Futura-CondensedBold"/>
              </a:rPr>
              <a:t>init</a:t>
            </a:r>
            <a:r>
              <a:rPr lang="en-US" sz="2400" b="1" i="0" dirty="0">
                <a:solidFill>
                  <a:schemeClr val="accent1"/>
                </a:solidFill>
                <a:effectLst/>
                <a:latin typeface="Futura-CondensedBold"/>
              </a:rPr>
              <a:t>__()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Futura-CondensedBold"/>
              </a:rPr>
              <a:t> Method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GB" sz="2400" b="0" i="0" dirty="0">
                <a:solidFill>
                  <a:srgbClr val="000000"/>
                </a:solidFill>
                <a:effectLst/>
                <a:latin typeface="NewBaskerville-Roman"/>
              </a:rPr>
              <a:t>is a special method that Python runs automatically whenever we create a new instance based on the </a:t>
            </a:r>
            <a:r>
              <a:rPr lang="en-GB" sz="2400" b="0" i="0" dirty="0">
                <a:solidFill>
                  <a:srgbClr val="000000"/>
                </a:solidFill>
                <a:effectLst/>
                <a:latin typeface="TheSansMonoCondensed-Plain"/>
              </a:rPr>
              <a:t>Dog </a:t>
            </a:r>
            <a:r>
              <a:rPr lang="en-GB" sz="2400" b="0" i="0" dirty="0">
                <a:solidFill>
                  <a:srgbClr val="000000"/>
                </a:solidFill>
                <a:effectLst/>
                <a:latin typeface="NewBaskerville-Roman"/>
              </a:rPr>
              <a:t>class</a:t>
            </a:r>
            <a:r>
              <a:rPr lang="en-GB" sz="2400" dirty="0"/>
              <a:t> </a:t>
            </a:r>
            <a:endParaRPr lang="en-US" sz="2400" dirty="0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A3BC02B4-BF90-B01B-783D-546C3A26F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425" y="5505374"/>
            <a:ext cx="387667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704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ội dung 1">
            <a:extLst>
              <a:ext uri="{FF2B5EF4-FFF2-40B4-BE49-F238E27FC236}">
                <a16:creationId xmlns:a16="http://schemas.microsoft.com/office/drawing/2014/main" id="{8DD2DA84-1118-4DC5-8D77-F5A475B0C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1" y="974725"/>
            <a:ext cx="11115674" cy="87462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sz="3200" b="1" i="1" dirty="0"/>
              <a:t>Making an Instance from a Class</a:t>
            </a:r>
            <a:endParaRPr lang="en-US" sz="3200" b="1" i="1" dirty="0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BF8A200B-5F36-404C-96A5-55E6A2643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Creating and using a class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C34FE852-AF32-4FCD-B34C-633929904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6</a:t>
            </a:fld>
            <a:endParaRPr lang="en-US"/>
          </a:p>
        </p:txBody>
      </p:sp>
      <p:pic>
        <p:nvPicPr>
          <p:cNvPr id="9" name="Hình ảnh 8">
            <a:extLst>
              <a:ext uri="{FF2B5EF4-FFF2-40B4-BE49-F238E27FC236}">
                <a16:creationId xmlns:a16="http://schemas.microsoft.com/office/drawing/2014/main" id="{A0E67813-A1F5-4320-B2F0-A3D54189F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00" y="1772356"/>
            <a:ext cx="3876675" cy="485775"/>
          </a:xfrm>
          <a:prstGeom prst="rect">
            <a:avLst/>
          </a:prstGeom>
        </p:spPr>
      </p:pic>
      <p:pic>
        <p:nvPicPr>
          <p:cNvPr id="13" name="Hình ảnh 12">
            <a:extLst>
              <a:ext uri="{FF2B5EF4-FFF2-40B4-BE49-F238E27FC236}">
                <a16:creationId xmlns:a16="http://schemas.microsoft.com/office/drawing/2014/main" id="{29EE080A-B51E-45DF-9550-D1CF51C6E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184" y="2432384"/>
            <a:ext cx="6200775" cy="838200"/>
          </a:xfrm>
          <a:prstGeom prst="rect">
            <a:avLst/>
          </a:prstGeom>
        </p:spPr>
      </p:pic>
      <p:pic>
        <p:nvPicPr>
          <p:cNvPr id="18" name="Hình ảnh 17">
            <a:extLst>
              <a:ext uri="{FF2B5EF4-FFF2-40B4-BE49-F238E27FC236}">
                <a16:creationId xmlns:a16="http://schemas.microsoft.com/office/drawing/2014/main" id="{5F4DA204-9F27-4E9E-A021-DA3E61268A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184" y="3508412"/>
            <a:ext cx="3257550" cy="676275"/>
          </a:xfrm>
          <a:prstGeom prst="rect">
            <a:avLst/>
          </a:prstGeom>
        </p:spPr>
      </p:pic>
      <p:sp>
        <p:nvSpPr>
          <p:cNvPr id="33" name="Hộp Văn bản 32">
            <a:extLst>
              <a:ext uri="{FF2B5EF4-FFF2-40B4-BE49-F238E27FC236}">
                <a16:creationId xmlns:a16="http://schemas.microsoft.com/office/drawing/2014/main" id="{ED5EA559-CBD9-4AEF-8D24-D4548A02633B}"/>
              </a:ext>
            </a:extLst>
          </p:cNvPr>
          <p:cNvSpPr txBox="1"/>
          <p:nvPr/>
        </p:nvSpPr>
        <p:spPr>
          <a:xfrm>
            <a:off x="852184" y="4362321"/>
            <a:ext cx="3600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000000"/>
                </a:solidFill>
                <a:effectLst/>
                <a:latin typeface="Futura-CondensedBold"/>
              </a:rPr>
              <a:t>Accessing Attributes</a:t>
            </a:r>
            <a:r>
              <a:rPr lang="en-US" sz="2400" dirty="0"/>
              <a:t> </a:t>
            </a:r>
          </a:p>
        </p:txBody>
      </p:sp>
      <p:pic>
        <p:nvPicPr>
          <p:cNvPr id="28" name="Hình ảnh 27">
            <a:extLst>
              <a:ext uri="{FF2B5EF4-FFF2-40B4-BE49-F238E27FC236}">
                <a16:creationId xmlns:a16="http://schemas.microsoft.com/office/drawing/2014/main" id="{5F652A3A-58C2-48B0-8EFD-BD4D69414F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613" y="4921250"/>
            <a:ext cx="2200275" cy="962025"/>
          </a:xfrm>
          <a:prstGeom prst="rect">
            <a:avLst/>
          </a:prstGeom>
        </p:spPr>
      </p:pic>
      <p:pic>
        <p:nvPicPr>
          <p:cNvPr id="37" name="Hình ảnh 36">
            <a:extLst>
              <a:ext uri="{FF2B5EF4-FFF2-40B4-BE49-F238E27FC236}">
                <a16:creationId xmlns:a16="http://schemas.microsoft.com/office/drawing/2014/main" id="{814FEE2E-9812-4D4F-8C7C-65BD295715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613" y="5816568"/>
            <a:ext cx="2000250" cy="1000125"/>
          </a:xfrm>
          <a:prstGeom prst="rect">
            <a:avLst/>
          </a:prstGeom>
        </p:spPr>
      </p:pic>
      <p:sp>
        <p:nvSpPr>
          <p:cNvPr id="38" name="Hộp Văn bản 37">
            <a:extLst>
              <a:ext uri="{FF2B5EF4-FFF2-40B4-BE49-F238E27FC236}">
                <a16:creationId xmlns:a16="http://schemas.microsoft.com/office/drawing/2014/main" id="{7A50A035-4617-438B-BC99-C5BB3E759AD8}"/>
              </a:ext>
            </a:extLst>
          </p:cNvPr>
          <p:cNvSpPr txBox="1"/>
          <p:nvPr/>
        </p:nvSpPr>
        <p:spPr>
          <a:xfrm>
            <a:off x="4306048" y="4362320"/>
            <a:ext cx="26217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000000"/>
                </a:solidFill>
                <a:effectLst/>
                <a:latin typeface="Futura-CondensedBold"/>
              </a:rPr>
              <a:t>Calling Methods</a:t>
            </a:r>
            <a:endParaRPr lang="en-US" sz="2400" dirty="0"/>
          </a:p>
        </p:txBody>
      </p:sp>
      <p:pic>
        <p:nvPicPr>
          <p:cNvPr id="40" name="Hình ảnh 39">
            <a:extLst>
              <a:ext uri="{FF2B5EF4-FFF2-40B4-BE49-F238E27FC236}">
                <a16:creationId xmlns:a16="http://schemas.microsoft.com/office/drawing/2014/main" id="{7C99EFAD-E5C7-4B2C-9604-ED5133EA85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9741" y="4823985"/>
            <a:ext cx="2976011" cy="952500"/>
          </a:xfrm>
          <a:prstGeom prst="rect">
            <a:avLst/>
          </a:prstGeom>
        </p:spPr>
      </p:pic>
      <p:pic>
        <p:nvPicPr>
          <p:cNvPr id="43" name="Hình ảnh 42">
            <a:extLst>
              <a:ext uri="{FF2B5EF4-FFF2-40B4-BE49-F238E27FC236}">
                <a16:creationId xmlns:a16="http://schemas.microsoft.com/office/drawing/2014/main" id="{FB429690-EB69-47FE-BD44-0958C467E2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9366" y="5849905"/>
            <a:ext cx="3072322" cy="933450"/>
          </a:xfrm>
          <a:prstGeom prst="rect">
            <a:avLst/>
          </a:prstGeom>
        </p:spPr>
      </p:pic>
      <p:sp>
        <p:nvSpPr>
          <p:cNvPr id="44" name="Hộp Văn bản 43">
            <a:extLst>
              <a:ext uri="{FF2B5EF4-FFF2-40B4-BE49-F238E27FC236}">
                <a16:creationId xmlns:a16="http://schemas.microsoft.com/office/drawing/2014/main" id="{78240825-586A-4C61-AAF0-9CDD5B5819FB}"/>
              </a:ext>
            </a:extLst>
          </p:cNvPr>
          <p:cNvSpPr txBox="1"/>
          <p:nvPr/>
        </p:nvSpPr>
        <p:spPr>
          <a:xfrm>
            <a:off x="7551152" y="4306918"/>
            <a:ext cx="5116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000000"/>
                </a:solidFill>
                <a:effectLst/>
                <a:latin typeface="Futura-CondensedBold"/>
              </a:rPr>
              <a:t>Creating Multiple instances</a:t>
            </a:r>
            <a:endParaRPr lang="en-US" sz="2400" dirty="0"/>
          </a:p>
        </p:txBody>
      </p:sp>
      <p:pic>
        <p:nvPicPr>
          <p:cNvPr id="49" name="Hình ảnh 48">
            <a:extLst>
              <a:ext uri="{FF2B5EF4-FFF2-40B4-BE49-F238E27FC236}">
                <a16:creationId xmlns:a16="http://schemas.microsoft.com/office/drawing/2014/main" id="{6069268C-6031-43A8-A184-8C59E657A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5684" y="4851169"/>
            <a:ext cx="3876675" cy="485775"/>
          </a:xfrm>
          <a:prstGeom prst="rect">
            <a:avLst/>
          </a:prstGeom>
        </p:spPr>
      </p:pic>
      <p:pic>
        <p:nvPicPr>
          <p:cNvPr id="46" name="Hình ảnh 45">
            <a:extLst>
              <a:ext uri="{FF2B5EF4-FFF2-40B4-BE49-F238E27FC236}">
                <a16:creationId xmlns:a16="http://schemas.microsoft.com/office/drawing/2014/main" id="{6C2B4AE1-7C35-486D-8B36-6C54F3C5BB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9984" y="5878962"/>
            <a:ext cx="37623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939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3" grpId="0"/>
      <p:bldP spid="38" grpId="0"/>
      <p:bldP spid="4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Practice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9-1,…,9-3</a:t>
            </a:r>
          </a:p>
          <a:p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7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9830B2-962B-12B3-772B-2C731C0A6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1" y="1877445"/>
            <a:ext cx="3860997" cy="38362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75E116-965C-FB2B-846A-5609F8AD1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143" y="2013757"/>
            <a:ext cx="5804698" cy="187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807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>
            <a:extLst>
              <a:ext uri="{FF2B5EF4-FFF2-40B4-BE49-F238E27FC236}">
                <a16:creationId xmlns:a16="http://schemas.microsoft.com/office/drawing/2014/main" id="{62915ED4-5248-8220-A848-B6AE0E9A6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103674"/>
            <a:ext cx="1042851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Steps to implement: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Create a Stack class using an internal list to store the elements.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Implement the methods as required by the problem.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Handle exceptions when calling pop() or peek() on an empty stack.</a:t>
            </a:r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Practice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8</a:t>
            </a:fld>
            <a:endParaRPr lang="en-US"/>
          </a:p>
        </p:txBody>
      </p:sp>
      <p:pic>
        <p:nvPicPr>
          <p:cNvPr id="1026" name="Picture 2" descr="Swift Stack. Last In First Out | by Sridharan T | The Startup | Medium">
            <a:extLst>
              <a:ext uri="{FF2B5EF4-FFF2-40B4-BE49-F238E27FC236}">
                <a16:creationId xmlns:a16="http://schemas.microsoft.com/office/drawing/2014/main" id="{15293AED-E961-B579-C8F5-15924AAEC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8854" y="873933"/>
            <a:ext cx="3408572" cy="4201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30ADB2-231E-5C93-F786-DE3890AF6F8D}"/>
              </a:ext>
            </a:extLst>
          </p:cNvPr>
          <p:cNvSpPr txBox="1"/>
          <p:nvPr/>
        </p:nvSpPr>
        <p:spPr>
          <a:xfrm>
            <a:off x="381000" y="1005291"/>
            <a:ext cx="829763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Exercise 1: Implementing a Stack using OOP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Problem: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Implement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Stack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 class using object-oriented programming (OOP). The class should have the following methods: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push(item): Add an item to the top of the stack.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pop(): Remove and return the item from the top of the stack.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peek(): Return the item from the top of the stack without removing it.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is_empty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(): Check if the stack is empty.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size(): Return the number of items in the stack.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B0500000000000000" pitchFamily="34" charset="0"/>
              <a:ea typeface="Times" panose="020B0500000000000000" pitchFamily="34" charset="0"/>
              <a:cs typeface="Times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184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Practice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9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991B60-1341-EEDF-843A-FD8C46143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232" y="4460639"/>
            <a:ext cx="682459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Steps to implement: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Create a Queue class using an internal list to store the elements.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Implement the methods as required by the problem.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Handle exceptions when calling dequeue() or front() on an empty queue.</a:t>
            </a:r>
          </a:p>
        </p:txBody>
      </p:sp>
      <p:pic>
        <p:nvPicPr>
          <p:cNvPr id="2051" name="Picture 3" descr="Queue (abstract data type) - Wikipedia">
            <a:extLst>
              <a:ext uri="{FF2B5EF4-FFF2-40B4-BE49-F238E27FC236}">
                <a16:creationId xmlns:a16="http://schemas.microsoft.com/office/drawing/2014/main" id="{E159F703-7238-F453-646F-F9AE79A24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1505" y="3921818"/>
            <a:ext cx="4264550" cy="2776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4E7BE9-CACA-FC39-DA2D-CF28A2CDC2CC}"/>
              </a:ext>
            </a:extLst>
          </p:cNvPr>
          <p:cNvSpPr txBox="1"/>
          <p:nvPr/>
        </p:nvSpPr>
        <p:spPr>
          <a:xfrm>
            <a:off x="661020" y="1091310"/>
            <a:ext cx="1090974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Exercise 2: Implementing a Queue using OOP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Problem: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Implement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Queue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 class using object-oriented programming (OOP). The class should have the following methods: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enqueue(item): Add an item to the end of the queue.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dequeue(): Remove and return the item from the front of the queue.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front(): Return the item from the front of the queue without removing it.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is_empty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(): Check if the queue is empty.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size(): Return the number of items in the queue.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B0500000000000000" pitchFamily="34" charset="0"/>
              <a:ea typeface="Times" panose="020B0500000000000000" pitchFamily="34" charset="0"/>
              <a:cs typeface="Times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446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Working with Classes and Instances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The Car Class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10</a:t>
            </a:fld>
            <a:endParaRPr lang="en-US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CB39D933-5283-4D4A-8543-175BA4C29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50" y="1531391"/>
            <a:ext cx="9258300" cy="2952750"/>
          </a:xfrm>
          <a:prstGeom prst="rect">
            <a:avLst/>
          </a:prstGeom>
        </p:spPr>
      </p:pic>
      <p:pic>
        <p:nvPicPr>
          <p:cNvPr id="8" name="Hình ảnh 7">
            <a:extLst>
              <a:ext uri="{FF2B5EF4-FFF2-40B4-BE49-F238E27FC236}">
                <a16:creationId xmlns:a16="http://schemas.microsoft.com/office/drawing/2014/main" id="{9B208D18-2C32-49A2-A848-CB15E8960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549" y="4671210"/>
            <a:ext cx="5057775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112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Working with Classes and Instances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Setting a Default Value for an Attribute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11</a:t>
            </a:fld>
            <a:endParaRPr lang="en-US"/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BDB18DAE-B5BF-43F2-AD6B-DFE7630C1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987" y="1423987"/>
            <a:ext cx="9344025" cy="4010025"/>
          </a:xfrm>
          <a:prstGeom prst="rect">
            <a:avLst/>
          </a:prstGeom>
        </p:spPr>
      </p:pic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7791992B-7D59-4CFD-A208-80620159FE4E}"/>
              </a:ext>
            </a:extLst>
          </p:cNvPr>
          <p:cNvSpPr/>
          <p:nvPr/>
        </p:nvSpPr>
        <p:spPr>
          <a:xfrm>
            <a:off x="1506179" y="1423987"/>
            <a:ext cx="9261833" cy="1776413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1545092D-C45E-4E80-B330-D5A159C11C89}"/>
              </a:ext>
            </a:extLst>
          </p:cNvPr>
          <p:cNvSpPr/>
          <p:nvPr/>
        </p:nvSpPr>
        <p:spPr>
          <a:xfrm>
            <a:off x="1476375" y="3460751"/>
            <a:ext cx="9291638" cy="1131797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Nhóm 15">
            <a:extLst>
              <a:ext uri="{FF2B5EF4-FFF2-40B4-BE49-F238E27FC236}">
                <a16:creationId xmlns:a16="http://schemas.microsoft.com/office/drawing/2014/main" id="{A6D3C1DC-ADFA-47A7-985E-2E4BB1DC41BB}"/>
              </a:ext>
            </a:extLst>
          </p:cNvPr>
          <p:cNvGrpSpPr/>
          <p:nvPr/>
        </p:nvGrpSpPr>
        <p:grpSpPr>
          <a:xfrm>
            <a:off x="1495905" y="5508982"/>
            <a:ext cx="5353050" cy="1162050"/>
            <a:chOff x="1495905" y="5508982"/>
            <a:chExt cx="5353050" cy="1162050"/>
          </a:xfrm>
        </p:grpSpPr>
        <p:pic>
          <p:nvPicPr>
            <p:cNvPr id="13" name="Hình ảnh 12">
              <a:extLst>
                <a:ext uri="{FF2B5EF4-FFF2-40B4-BE49-F238E27FC236}">
                  <a16:creationId xmlns:a16="http://schemas.microsoft.com/office/drawing/2014/main" id="{24190C36-0CDB-4176-988B-75AE15F70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5905" y="5508982"/>
              <a:ext cx="5353050" cy="1162050"/>
            </a:xfrm>
            <a:prstGeom prst="rect">
              <a:avLst/>
            </a:prstGeom>
          </p:spPr>
        </p:pic>
        <p:sp>
          <p:nvSpPr>
            <p:cNvPr id="15" name="Hình chữ nhật 14">
              <a:extLst>
                <a:ext uri="{FF2B5EF4-FFF2-40B4-BE49-F238E27FC236}">
                  <a16:creationId xmlns:a16="http://schemas.microsoft.com/office/drawing/2014/main" id="{E2F13B9E-DB43-4087-BEC3-5E25E0F8E38A}"/>
                </a:ext>
              </a:extLst>
            </p:cNvPr>
            <p:cNvSpPr/>
            <p:nvPr/>
          </p:nvSpPr>
          <p:spPr>
            <a:xfrm>
              <a:off x="1506179" y="5508982"/>
              <a:ext cx="5342776" cy="388384"/>
            </a:xfrm>
            <a:prstGeom prst="rect">
              <a:avLst/>
            </a:prstGeom>
            <a:solidFill>
              <a:schemeClr val="bg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5102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Working with Classes and Instances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/>
              <a:t>Modifying Attribute Values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12</a:t>
            </a:fld>
            <a:endParaRPr lang="en-US"/>
          </a:p>
        </p:txBody>
      </p:sp>
      <p:sp>
        <p:nvSpPr>
          <p:cNvPr id="6" name="Chỗ dành sẵn cho Văn bản 3">
            <a:extLst>
              <a:ext uri="{FF2B5EF4-FFF2-40B4-BE49-F238E27FC236}">
                <a16:creationId xmlns:a16="http://schemas.microsoft.com/office/drawing/2014/main" id="{9D9A371D-8E65-49F2-BF73-7FCEC91E6167}"/>
              </a:ext>
            </a:extLst>
          </p:cNvPr>
          <p:cNvSpPr txBox="1">
            <a:spLocks/>
          </p:cNvSpPr>
          <p:nvPr/>
        </p:nvSpPr>
        <p:spPr>
          <a:xfrm>
            <a:off x="959402" y="1394824"/>
            <a:ext cx="8143501" cy="54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i="1" dirty="0"/>
              <a:t>Modifying an Attribute’s Value Directly</a:t>
            </a:r>
            <a:endParaRPr lang="en-US" sz="2400" i="1" dirty="0"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3CAF85ED-E08B-4CA0-911E-0D5BB3AAF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065" y="1982512"/>
            <a:ext cx="4800600" cy="1219200"/>
          </a:xfrm>
          <a:prstGeom prst="rect">
            <a:avLst/>
          </a:prstGeom>
        </p:spPr>
      </p:pic>
      <p:sp>
        <p:nvSpPr>
          <p:cNvPr id="11" name="Chỗ dành sẵn cho Văn bản 3">
            <a:extLst>
              <a:ext uri="{FF2B5EF4-FFF2-40B4-BE49-F238E27FC236}">
                <a16:creationId xmlns:a16="http://schemas.microsoft.com/office/drawing/2014/main" id="{740A17F5-3B22-44FF-A63C-3FE5FF81D834}"/>
              </a:ext>
            </a:extLst>
          </p:cNvPr>
          <p:cNvSpPr txBox="1">
            <a:spLocks/>
          </p:cNvSpPr>
          <p:nvPr/>
        </p:nvSpPr>
        <p:spPr>
          <a:xfrm>
            <a:off x="959402" y="3125522"/>
            <a:ext cx="8143501" cy="54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i="1" dirty="0"/>
              <a:t>Modifying an Attribute’s Value Through a Method</a:t>
            </a:r>
            <a:endParaRPr lang="en-US" sz="2400" i="1" dirty="0"/>
          </a:p>
        </p:txBody>
      </p:sp>
      <p:grpSp>
        <p:nvGrpSpPr>
          <p:cNvPr id="18" name="Nhóm 17">
            <a:extLst>
              <a:ext uri="{FF2B5EF4-FFF2-40B4-BE49-F238E27FC236}">
                <a16:creationId xmlns:a16="http://schemas.microsoft.com/office/drawing/2014/main" id="{5C0FD2FF-4670-4E78-A374-C832B4FFC7D3}"/>
              </a:ext>
            </a:extLst>
          </p:cNvPr>
          <p:cNvGrpSpPr/>
          <p:nvPr/>
        </p:nvGrpSpPr>
        <p:grpSpPr>
          <a:xfrm>
            <a:off x="1048393" y="3522727"/>
            <a:ext cx="7562851" cy="1828800"/>
            <a:chOff x="1048393" y="3522727"/>
            <a:chExt cx="7562851" cy="1828800"/>
          </a:xfrm>
        </p:grpSpPr>
        <p:pic>
          <p:nvPicPr>
            <p:cNvPr id="9" name="Hình ảnh 8">
              <a:extLst>
                <a:ext uri="{FF2B5EF4-FFF2-40B4-BE49-F238E27FC236}">
                  <a16:creationId xmlns:a16="http://schemas.microsoft.com/office/drawing/2014/main" id="{E12D74DA-E684-47A0-AA77-19258CA94B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8393" y="3522727"/>
              <a:ext cx="7562850" cy="1828800"/>
            </a:xfrm>
            <a:prstGeom prst="rect">
              <a:avLst/>
            </a:prstGeom>
          </p:spPr>
        </p:pic>
        <p:sp>
          <p:nvSpPr>
            <p:cNvPr id="15" name="Hình chữ nhật 14">
              <a:extLst>
                <a:ext uri="{FF2B5EF4-FFF2-40B4-BE49-F238E27FC236}">
                  <a16:creationId xmlns:a16="http://schemas.microsoft.com/office/drawing/2014/main" id="{0EA6A20E-9D42-440B-AAEA-8041ECE19F76}"/>
                </a:ext>
              </a:extLst>
            </p:cNvPr>
            <p:cNvSpPr/>
            <p:nvPr/>
          </p:nvSpPr>
          <p:spPr>
            <a:xfrm>
              <a:off x="1135352" y="3522728"/>
              <a:ext cx="7475892" cy="865172"/>
            </a:xfrm>
            <a:prstGeom prst="rect">
              <a:avLst/>
            </a:prstGeom>
            <a:solidFill>
              <a:schemeClr val="bg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Nhóm 18">
            <a:extLst>
              <a:ext uri="{FF2B5EF4-FFF2-40B4-BE49-F238E27FC236}">
                <a16:creationId xmlns:a16="http://schemas.microsoft.com/office/drawing/2014/main" id="{4886C2C1-19E3-42B7-8E05-8924F7A6B2A7}"/>
              </a:ext>
            </a:extLst>
          </p:cNvPr>
          <p:cNvGrpSpPr/>
          <p:nvPr/>
        </p:nvGrpSpPr>
        <p:grpSpPr>
          <a:xfrm>
            <a:off x="1135351" y="5402897"/>
            <a:ext cx="5400675" cy="1438275"/>
            <a:chOff x="1135351" y="5402897"/>
            <a:chExt cx="5400675" cy="1438275"/>
          </a:xfrm>
        </p:grpSpPr>
        <p:pic>
          <p:nvPicPr>
            <p:cNvPr id="13" name="Hình ảnh 12">
              <a:extLst>
                <a:ext uri="{FF2B5EF4-FFF2-40B4-BE49-F238E27FC236}">
                  <a16:creationId xmlns:a16="http://schemas.microsoft.com/office/drawing/2014/main" id="{E9420410-96E3-43C3-BB11-1003F16E0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35351" y="5402897"/>
              <a:ext cx="5400675" cy="1438275"/>
            </a:xfrm>
            <a:prstGeom prst="rect">
              <a:avLst/>
            </a:prstGeom>
          </p:spPr>
        </p:pic>
        <p:sp>
          <p:nvSpPr>
            <p:cNvPr id="17" name="Hình chữ nhật 16">
              <a:extLst>
                <a:ext uri="{FF2B5EF4-FFF2-40B4-BE49-F238E27FC236}">
                  <a16:creationId xmlns:a16="http://schemas.microsoft.com/office/drawing/2014/main" id="{1EDAD409-0888-411F-AD83-AAC8788AC9AD}"/>
                </a:ext>
              </a:extLst>
            </p:cNvPr>
            <p:cNvSpPr/>
            <p:nvPr/>
          </p:nvSpPr>
          <p:spPr>
            <a:xfrm>
              <a:off x="1135352" y="5438624"/>
              <a:ext cx="5400674" cy="314112"/>
            </a:xfrm>
            <a:prstGeom prst="rect">
              <a:avLst/>
            </a:prstGeom>
            <a:solidFill>
              <a:schemeClr val="bg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73164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Working with Classes and Instances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878226" y="923925"/>
            <a:ext cx="7094519" cy="544511"/>
          </a:xfrm>
        </p:spPr>
        <p:txBody>
          <a:bodyPr>
            <a:normAutofit/>
          </a:bodyPr>
          <a:lstStyle/>
          <a:p>
            <a:r>
              <a:rPr lang="en-GB" sz="2400" i="1" dirty="0"/>
              <a:t>Incrementing an Attribute’s Value Through a Method</a:t>
            </a:r>
            <a:endParaRPr lang="en-US" sz="2400" i="1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13</a:t>
            </a:fld>
            <a:endParaRPr lang="en-US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B51892CB-E313-4DCB-BC70-766B72C21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39" y="1468436"/>
            <a:ext cx="7153275" cy="1857375"/>
          </a:xfrm>
          <a:prstGeom prst="rect">
            <a:avLst/>
          </a:prstGeom>
        </p:spPr>
      </p:pic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60D2962B-21DD-4482-AF39-519B52DA3DAB}"/>
              </a:ext>
            </a:extLst>
          </p:cNvPr>
          <p:cNvSpPr/>
          <p:nvPr/>
        </p:nvSpPr>
        <p:spPr>
          <a:xfrm>
            <a:off x="978239" y="1501129"/>
            <a:ext cx="7153275" cy="865172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2B06BE4A-3FB1-412D-8D68-3D654BE2F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39" y="3532190"/>
            <a:ext cx="6362700" cy="1247775"/>
          </a:xfrm>
          <a:prstGeom prst="rect">
            <a:avLst/>
          </a:prstGeom>
        </p:spPr>
      </p:pic>
      <p:pic>
        <p:nvPicPr>
          <p:cNvPr id="12" name="Hình ảnh 11">
            <a:extLst>
              <a:ext uri="{FF2B5EF4-FFF2-40B4-BE49-F238E27FC236}">
                <a16:creationId xmlns:a16="http://schemas.microsoft.com/office/drawing/2014/main" id="{2CDDA51B-5977-4A5E-AE3E-9A57E8E10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239" y="4807771"/>
            <a:ext cx="5200650" cy="1181100"/>
          </a:xfrm>
          <a:prstGeom prst="rect">
            <a:avLst/>
          </a:prstGeom>
        </p:spPr>
      </p:pic>
      <p:pic>
        <p:nvPicPr>
          <p:cNvPr id="14" name="Hình ảnh 13">
            <a:extLst>
              <a:ext uri="{FF2B5EF4-FFF2-40B4-BE49-F238E27FC236}">
                <a16:creationId xmlns:a16="http://schemas.microsoft.com/office/drawing/2014/main" id="{80D945C3-EEC8-490F-9788-4F911CEECA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0814" y="4803776"/>
            <a:ext cx="5133975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83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7A6130B0-5CFB-4B1D-B039-986DE0A6E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Special Methods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5649B26-D9E4-4EE9-934F-BE609245A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14</a:t>
            </a:fld>
            <a:endParaRPr lang="en-US"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74FF37B1-21D2-16DB-7720-57FC5DC1500F}"/>
              </a:ext>
            </a:extLst>
          </p:cNvPr>
          <p:cNvSpPr txBox="1"/>
          <p:nvPr/>
        </p:nvSpPr>
        <p:spPr>
          <a:xfrm>
            <a:off x="613317" y="1205442"/>
            <a:ext cx="11159583" cy="2790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000" dirty="0"/>
              <a:t>All the built-in data types implement a collection of special object methods.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000" dirty="0"/>
              <a:t>The names of special methods are always preceded and followed by double underscores (__). 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1F9A261F-38D2-32B3-1ECE-8B1D1F2AA6A2}"/>
              </a:ext>
            </a:extLst>
          </p:cNvPr>
          <p:cNvSpPr txBox="1"/>
          <p:nvPr/>
        </p:nvSpPr>
        <p:spPr>
          <a:xfrm>
            <a:off x="904875" y="6409015"/>
            <a:ext cx="88903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Reference: https://www.pythonlikeyoumeanit.com/Module4_OOP/Special_Methods.html</a:t>
            </a:r>
          </a:p>
        </p:txBody>
      </p:sp>
    </p:spTree>
    <p:extLst>
      <p:ext uri="{BB962C8B-B14F-4D97-AF65-F5344CB8AC3E}">
        <p14:creationId xmlns:p14="http://schemas.microsoft.com/office/powerpoint/2010/main" val="1471080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7A6130B0-5CFB-4B1D-B039-986DE0A6E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Special Methods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5649B26-D9E4-4EE9-934F-BE609245A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15</a:t>
            </a:fld>
            <a:endParaRPr lang="en-US"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74FF37B1-21D2-16DB-7720-57FC5DC1500F}"/>
              </a:ext>
            </a:extLst>
          </p:cNvPr>
          <p:cNvSpPr txBox="1"/>
          <p:nvPr/>
        </p:nvSpPr>
        <p:spPr>
          <a:xfrm>
            <a:off x="613317" y="1060478"/>
            <a:ext cx="1115958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 b="1" dirty="0"/>
              <a:t>String-Representations of Objects</a:t>
            </a:r>
            <a:endParaRPr lang="en-US" sz="3000" b="1" dirty="0"/>
          </a:p>
        </p:txBody>
      </p:sp>
      <p:graphicFrame>
        <p:nvGraphicFramePr>
          <p:cNvPr id="6" name="Bảng 5">
            <a:extLst>
              <a:ext uri="{FF2B5EF4-FFF2-40B4-BE49-F238E27FC236}">
                <a16:creationId xmlns:a16="http://schemas.microsoft.com/office/drawing/2014/main" id="{12964268-F0F6-8051-5071-2DA1F3A63BB0}"/>
              </a:ext>
            </a:extLst>
          </p:cNvPr>
          <p:cNvGraphicFramePr>
            <a:graphicFrameLocks noGrp="1"/>
          </p:cNvGraphicFramePr>
          <p:nvPr/>
        </p:nvGraphicFramePr>
        <p:xfrm>
          <a:off x="635270" y="1866124"/>
          <a:ext cx="10979440" cy="2682240"/>
        </p:xfrm>
        <a:graphic>
          <a:graphicData uri="http://schemas.openxmlformats.org/drawingml/2006/table">
            <a:tbl>
              <a:tblPr/>
              <a:tblGrid>
                <a:gridCol w="4100746">
                  <a:extLst>
                    <a:ext uri="{9D8B030D-6E8A-4147-A177-3AD203B41FA5}">
                      <a16:colId xmlns:a16="http://schemas.microsoft.com/office/drawing/2014/main" val="2434156985"/>
                    </a:ext>
                  </a:extLst>
                </a:gridCol>
                <a:gridCol w="2175320">
                  <a:extLst>
                    <a:ext uri="{9D8B030D-6E8A-4147-A177-3AD203B41FA5}">
                      <a16:colId xmlns:a16="http://schemas.microsoft.com/office/drawing/2014/main" val="2291546800"/>
                    </a:ext>
                  </a:extLst>
                </a:gridCol>
                <a:gridCol w="4703374">
                  <a:extLst>
                    <a:ext uri="{9D8B030D-6E8A-4147-A177-3AD203B41FA5}">
                      <a16:colId xmlns:a16="http://schemas.microsoft.com/office/drawing/2014/main" val="39564352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600" b="1">
                          <a:effectLst/>
                        </a:rPr>
                        <a:t>Method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1">
                          <a:effectLst/>
                        </a:rPr>
                        <a:t>Signature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1">
                          <a:effectLst/>
                        </a:rPr>
                        <a:t>Explanation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919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GB" sz="2600" dirty="0">
                          <a:effectLst/>
                        </a:rPr>
                        <a:t>Returns string for a printable representation of object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600" dirty="0">
                          <a:solidFill>
                            <a:srgbClr val="FF0000"/>
                          </a:solidFill>
                          <a:effectLst/>
                        </a:rPr>
                        <a:t>__</a:t>
                      </a:r>
                      <a:r>
                        <a:rPr lang="en-US" sz="2600" dirty="0" err="1">
                          <a:solidFill>
                            <a:srgbClr val="FF0000"/>
                          </a:solidFill>
                          <a:effectLst/>
                        </a:rPr>
                        <a:t>repr</a:t>
                      </a:r>
                      <a:r>
                        <a:rPr lang="en-US" sz="2600" dirty="0">
                          <a:solidFill>
                            <a:srgbClr val="FF0000"/>
                          </a:solidFill>
                          <a:effectLst/>
                        </a:rPr>
                        <a:t>__(self)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GB" sz="2600" dirty="0" err="1">
                          <a:effectLst/>
                        </a:rPr>
                        <a:t>repr</a:t>
                      </a:r>
                      <a:r>
                        <a:rPr lang="en-GB" sz="2600" dirty="0">
                          <a:effectLst/>
                        </a:rPr>
                        <a:t>(x) invokes x.__</a:t>
                      </a:r>
                      <a:r>
                        <a:rPr lang="en-GB" sz="2600" dirty="0" err="1">
                          <a:effectLst/>
                        </a:rPr>
                        <a:t>repr</a:t>
                      </a:r>
                      <a:r>
                        <a:rPr lang="en-GB" sz="2600" dirty="0">
                          <a:effectLst/>
                        </a:rPr>
                        <a:t>__(), this is also invoked when an object is returned by a console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334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GB" sz="2600" dirty="0">
                          <a:effectLst/>
                        </a:rPr>
                        <a:t>Returns string representation of an object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600" dirty="0">
                          <a:solidFill>
                            <a:srgbClr val="FF0000"/>
                          </a:solidFill>
                          <a:effectLst/>
                        </a:rPr>
                        <a:t>__str__(self)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600" dirty="0">
                          <a:effectLst/>
                        </a:rPr>
                        <a:t>str(x) invokes </a:t>
                      </a:r>
                      <a:r>
                        <a:rPr lang="en-US" sz="2600" dirty="0" err="1">
                          <a:effectLst/>
                        </a:rPr>
                        <a:t>x.__str</a:t>
                      </a:r>
                      <a:r>
                        <a:rPr lang="en-US" sz="2600" dirty="0">
                          <a:effectLst/>
                        </a:rPr>
                        <a:t>__()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771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4407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7A6130B0-5CFB-4B1D-B039-986DE0A6E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Special Methods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5649B26-D9E4-4EE9-934F-BE609245A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16</a:t>
            </a:fld>
            <a:endParaRPr lang="en-US"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74FF37B1-21D2-16DB-7720-57FC5DC1500F}"/>
              </a:ext>
            </a:extLst>
          </p:cNvPr>
          <p:cNvSpPr txBox="1"/>
          <p:nvPr/>
        </p:nvSpPr>
        <p:spPr>
          <a:xfrm>
            <a:off x="613317" y="1060478"/>
            <a:ext cx="1115958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 b="1" dirty="0"/>
              <a:t>Interfacing with Mathematical Operators</a:t>
            </a:r>
            <a:endParaRPr lang="en-US" sz="3000" b="1" dirty="0"/>
          </a:p>
        </p:txBody>
      </p:sp>
      <p:graphicFrame>
        <p:nvGraphicFramePr>
          <p:cNvPr id="2" name="Bảng 1">
            <a:extLst>
              <a:ext uri="{FF2B5EF4-FFF2-40B4-BE49-F238E27FC236}">
                <a16:creationId xmlns:a16="http://schemas.microsoft.com/office/drawing/2014/main" id="{DB653229-83DD-FE58-6C25-71A6D3582C1E}"/>
              </a:ext>
            </a:extLst>
          </p:cNvPr>
          <p:cNvGraphicFramePr>
            <a:graphicFrameLocks noGrp="1"/>
          </p:cNvGraphicFramePr>
          <p:nvPr/>
        </p:nvGraphicFramePr>
        <p:xfrm>
          <a:off x="1406214" y="1866124"/>
          <a:ext cx="9573787" cy="2987040"/>
        </p:xfrm>
        <a:graphic>
          <a:graphicData uri="http://schemas.openxmlformats.org/drawingml/2006/table">
            <a:tbl>
              <a:tblPr/>
              <a:tblGrid>
                <a:gridCol w="1404620">
                  <a:extLst>
                    <a:ext uri="{9D8B030D-6E8A-4147-A177-3AD203B41FA5}">
                      <a16:colId xmlns:a16="http://schemas.microsoft.com/office/drawing/2014/main" val="1704246495"/>
                    </a:ext>
                  </a:extLst>
                </a:gridCol>
                <a:gridCol w="3443605">
                  <a:extLst>
                    <a:ext uri="{9D8B030D-6E8A-4147-A177-3AD203B41FA5}">
                      <a16:colId xmlns:a16="http://schemas.microsoft.com/office/drawing/2014/main" val="4014600369"/>
                    </a:ext>
                  </a:extLst>
                </a:gridCol>
                <a:gridCol w="4725562">
                  <a:extLst>
                    <a:ext uri="{9D8B030D-6E8A-4147-A177-3AD203B41FA5}">
                      <a16:colId xmlns:a16="http://schemas.microsoft.com/office/drawing/2014/main" val="21912583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600" b="1">
                          <a:effectLst/>
                        </a:rPr>
                        <a:t>Method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1">
                          <a:effectLst/>
                        </a:rPr>
                        <a:t>Signature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1">
                          <a:effectLst/>
                        </a:rPr>
                        <a:t>Explanation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678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effectLst/>
                        </a:rPr>
                        <a:t>Add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600" dirty="0">
                          <a:solidFill>
                            <a:srgbClr val="FF0000"/>
                          </a:solidFill>
                          <a:effectLst/>
                        </a:rPr>
                        <a:t>__add__(self, other)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ES" sz="2600">
                          <a:effectLst/>
                        </a:rPr>
                        <a:t>x + y invokes x.__add__(y)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8019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effectLst/>
                        </a:rPr>
                        <a:t>Subtract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solidFill>
                            <a:srgbClr val="FF0000"/>
                          </a:solidFill>
                          <a:effectLst/>
                        </a:rPr>
                        <a:t>__sub__(self, other)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ES" sz="2600">
                          <a:effectLst/>
                        </a:rPr>
                        <a:t>x - y invokes x.__sub__(y)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023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effectLst/>
                        </a:rPr>
                        <a:t>Multiply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solidFill>
                            <a:srgbClr val="FF0000"/>
                          </a:solidFill>
                          <a:effectLst/>
                        </a:rPr>
                        <a:t>__mul__(self, other)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ES" sz="2600">
                          <a:effectLst/>
                        </a:rPr>
                        <a:t>x * y invokes x.__mul__(y)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156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effectLst/>
                        </a:rPr>
                        <a:t>Divide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solidFill>
                            <a:srgbClr val="FF0000"/>
                          </a:solidFill>
                          <a:effectLst/>
                        </a:rPr>
                        <a:t>__truediv__(self, other)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ES" sz="2600">
                          <a:effectLst/>
                        </a:rPr>
                        <a:t>x / y invokes x.__truediv__(y)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215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effectLst/>
                        </a:rPr>
                        <a:t>Power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600" dirty="0">
                          <a:solidFill>
                            <a:srgbClr val="FF0000"/>
                          </a:solidFill>
                          <a:effectLst/>
                        </a:rPr>
                        <a:t>__pow__(self, other)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s-ES" sz="2600" dirty="0">
                          <a:effectLst/>
                        </a:rPr>
                        <a:t>x ** y invokes x.__pow__(y)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376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1622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7A6130B0-5CFB-4B1D-B039-986DE0A6E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Special Methods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5649B26-D9E4-4EE9-934F-BE609245A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17</a:t>
            </a:fld>
            <a:endParaRPr lang="en-US"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74FF37B1-21D2-16DB-7720-57FC5DC1500F}"/>
              </a:ext>
            </a:extLst>
          </p:cNvPr>
          <p:cNvSpPr txBox="1"/>
          <p:nvPr/>
        </p:nvSpPr>
        <p:spPr>
          <a:xfrm>
            <a:off x="613317" y="1060478"/>
            <a:ext cx="1115958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 b="1" dirty="0"/>
              <a:t>Creating a Container-Like Class</a:t>
            </a:r>
            <a:endParaRPr lang="en-US" sz="3000" b="1" dirty="0"/>
          </a:p>
        </p:txBody>
      </p:sp>
      <p:graphicFrame>
        <p:nvGraphicFramePr>
          <p:cNvPr id="2" name="Bảng 1">
            <a:extLst>
              <a:ext uri="{FF2B5EF4-FFF2-40B4-BE49-F238E27FC236}">
                <a16:creationId xmlns:a16="http://schemas.microsoft.com/office/drawing/2014/main" id="{520A3FC7-78B9-9087-42F3-0E59DB950394}"/>
              </a:ext>
            </a:extLst>
          </p:cNvPr>
          <p:cNvGraphicFramePr>
            <a:graphicFrameLocks noGrp="1"/>
          </p:cNvGraphicFramePr>
          <p:nvPr/>
        </p:nvGraphicFramePr>
        <p:xfrm>
          <a:off x="590550" y="2193766"/>
          <a:ext cx="10818184" cy="3881120"/>
        </p:xfrm>
        <a:graphic>
          <a:graphicData uri="http://schemas.openxmlformats.org/drawingml/2006/table">
            <a:tbl>
              <a:tblPr/>
              <a:tblGrid>
                <a:gridCol w="1450404">
                  <a:extLst>
                    <a:ext uri="{9D8B030D-6E8A-4147-A177-3AD203B41FA5}">
                      <a16:colId xmlns:a16="http://schemas.microsoft.com/office/drawing/2014/main" val="275452645"/>
                    </a:ext>
                  </a:extLst>
                </a:gridCol>
                <a:gridCol w="3950843">
                  <a:extLst>
                    <a:ext uri="{9D8B030D-6E8A-4147-A177-3AD203B41FA5}">
                      <a16:colId xmlns:a16="http://schemas.microsoft.com/office/drawing/2014/main" val="1572587600"/>
                    </a:ext>
                  </a:extLst>
                </a:gridCol>
                <a:gridCol w="5416937">
                  <a:extLst>
                    <a:ext uri="{9D8B030D-6E8A-4147-A177-3AD203B41FA5}">
                      <a16:colId xmlns:a16="http://schemas.microsoft.com/office/drawing/2014/main" val="35985603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600" b="1">
                          <a:effectLst/>
                        </a:rPr>
                        <a:t>Method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1">
                          <a:effectLst/>
                        </a:rPr>
                        <a:t>Signature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1">
                          <a:effectLst/>
                        </a:rPr>
                        <a:t>Explanation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31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effectLst/>
                        </a:rPr>
                        <a:t>Length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600" dirty="0">
                          <a:solidFill>
                            <a:srgbClr val="FF0000"/>
                          </a:solidFill>
                          <a:effectLst/>
                        </a:rPr>
                        <a:t>__</a:t>
                      </a:r>
                      <a:r>
                        <a:rPr lang="en-US" sz="2600" dirty="0" err="1">
                          <a:solidFill>
                            <a:srgbClr val="FF0000"/>
                          </a:solidFill>
                          <a:effectLst/>
                        </a:rPr>
                        <a:t>len</a:t>
                      </a:r>
                      <a:r>
                        <a:rPr lang="en-US" sz="2600" dirty="0">
                          <a:solidFill>
                            <a:srgbClr val="FF0000"/>
                          </a:solidFill>
                          <a:effectLst/>
                        </a:rPr>
                        <a:t>__(self)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nb-NO" sz="2600" dirty="0">
                          <a:effectLst/>
                        </a:rPr>
                        <a:t>len(x) invokes x.__len__()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926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effectLst/>
                        </a:rPr>
                        <a:t>Get Item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solidFill>
                            <a:srgbClr val="FF0000"/>
                          </a:solidFill>
                          <a:effectLst/>
                        </a:rPr>
                        <a:t>__getitem__(self, key)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GB" sz="2600">
                          <a:effectLst/>
                        </a:rPr>
                        <a:t>x[key] invokes x.__getitem__(key)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250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effectLst/>
                        </a:rPr>
                        <a:t>Set Item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solidFill>
                            <a:srgbClr val="FF0000"/>
                          </a:solidFill>
                          <a:effectLst/>
                        </a:rPr>
                        <a:t>__setitem__(self, key, item)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GB" sz="2600">
                          <a:effectLst/>
                        </a:rPr>
                        <a:t>x[key] = item invokes x.__setitem__(key, item)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816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effectLst/>
                        </a:rPr>
                        <a:t>Contains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solidFill>
                            <a:srgbClr val="FF0000"/>
                          </a:solidFill>
                          <a:effectLst/>
                        </a:rPr>
                        <a:t>__contains__(self, item)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GB" sz="2600">
                          <a:effectLst/>
                        </a:rPr>
                        <a:t>item in x invokes x.__contains__(item)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108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effectLst/>
                        </a:rPr>
                        <a:t>Iterator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solidFill>
                            <a:srgbClr val="FF0000"/>
                          </a:solidFill>
                          <a:effectLst/>
                        </a:rPr>
                        <a:t>__iter__(self)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effectLst/>
                        </a:rPr>
                        <a:t>iter(x) invokes x.__iter__()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334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 sz="2600">
                          <a:effectLst/>
                        </a:rPr>
                        <a:t>Next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600" dirty="0">
                          <a:solidFill>
                            <a:srgbClr val="FF0000"/>
                          </a:solidFill>
                          <a:effectLst/>
                        </a:rPr>
                        <a:t>__next__(self)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GB" sz="2600" dirty="0">
                          <a:effectLst/>
                        </a:rPr>
                        <a:t>next(x) invokes </a:t>
                      </a:r>
                      <a:r>
                        <a:rPr lang="en-GB" sz="2600" dirty="0" err="1">
                          <a:effectLst/>
                        </a:rPr>
                        <a:t>x.__next</a:t>
                      </a:r>
                      <a:r>
                        <a:rPr lang="en-GB" sz="2600" dirty="0">
                          <a:effectLst/>
                        </a:rPr>
                        <a:t>__()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351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917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7A6130B0-5CFB-4B1D-B039-986DE0A6E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Practices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5649B26-D9E4-4EE9-934F-BE609245A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18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E3936A-5C03-40CE-1970-93C1932B8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4" y="1218778"/>
            <a:ext cx="10703545" cy="3416835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sz="2800" b="1" i="0" dirty="0">
                <a:effectLst/>
                <a:latin typeface="Söhne"/>
              </a:rPr>
              <a:t>Exercise: Custom String Representation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Create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User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class representing a user with attributes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username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email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 Implement the following special methods: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__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init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__(self, username, email)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 Initialize the user object with the given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username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email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__str__(self)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 Return a string representation of the user in the format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"User: username, Email: email"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01022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7A6130B0-5CFB-4B1D-B039-986DE0A6E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Practices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5649B26-D9E4-4EE9-934F-BE609245A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19</a:t>
            </a:fld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A3DFCB0-E5EC-FBAF-A898-9EF661786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2" y="865721"/>
            <a:ext cx="11268075" cy="5940603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öhne"/>
              </a:rPr>
              <a:t>Exercise : Rectangle Class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Create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Rectangle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class representing a rectangle with attributes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width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height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 Implement the following special methods: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__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init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__(self, width, height)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 Initialize the rectangle object with the given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width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height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__str__(self)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 Return a string representation of the rectangle in the format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"Rectangle(width, height)"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__eq__(self, other)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 Compare two rectangles based on their area. Return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True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if the areas of the two rectangles are equal, otherwise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False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__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lt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__(self, other)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 Compare two rectangles based on their area. Return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True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if the area of the current rectangle is less than the area of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other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rectangle, otherwise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False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__add__(self, other)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 Calculate the total area of two rectangles and return a new rectangle with a width equal to the sum of the widths of the two rectangles and a height equal to the sum of the heights of the two rectangles.</a:t>
            </a:r>
          </a:p>
        </p:txBody>
      </p:sp>
    </p:spTree>
    <p:extLst>
      <p:ext uri="{BB962C8B-B14F-4D97-AF65-F5344CB8AC3E}">
        <p14:creationId xmlns:p14="http://schemas.microsoft.com/office/powerpoint/2010/main" val="4215132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7A6130B0-5CFB-4B1D-B039-986DE0A6E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Class Variables vs. Object Variables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5649B26-D9E4-4EE9-934F-BE609245A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20</a:t>
            </a:fld>
            <a:endParaRPr lang="en-US"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CC975ED8-5401-35FB-0D6C-9262209DF731}"/>
              </a:ext>
            </a:extLst>
          </p:cNvPr>
          <p:cNvSpPr txBox="1"/>
          <p:nvPr/>
        </p:nvSpPr>
        <p:spPr>
          <a:xfrm>
            <a:off x="904874" y="1135632"/>
            <a:ext cx="1086802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Class Variables: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800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  <a:r>
              <a:rPr lang="en-GB" sz="28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Class variables are shared among all objects of a class.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800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Declaration and Usage:</a:t>
            </a:r>
            <a:r>
              <a:rPr lang="en-GB" sz="28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Declared inside the class and can be accessed without creating an object.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800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Access:</a:t>
            </a:r>
            <a:r>
              <a:rPr lang="en-GB" sz="28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be accessed through the class name without creating an object.</a:t>
            </a:r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8B583346-171C-A61E-3BFA-640A80AF1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657" y="4189685"/>
            <a:ext cx="8158149" cy="1645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11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7A6130B0-5CFB-4B1D-B039-986DE0A6E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Class Variables vs. Object Variables 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5649B26-D9E4-4EE9-934F-BE609245A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21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CA9E28-B7A2-B775-6F05-108BD66D3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87" y="1074252"/>
            <a:ext cx="10868025" cy="47094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198375" rIns="0" bIns="19837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Exercise 1: Class Variable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Create a class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BankAccount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with a class variable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interest_rate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to store the common interest rate for all bank accounts.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Write a class method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set_interest_rate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(rate)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to set a new interest rate for all bank accounts.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Create two objects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account1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account2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from the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BankAccount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class.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Modify the interest rate through the class variable and check if both accounts share the new interest rate.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807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Practice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22</a:t>
            </a:fld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DE2821C-0507-E313-6ACE-D3B5561FC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647" y="1335168"/>
            <a:ext cx="11143508" cy="4832607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öhne"/>
              </a:rPr>
              <a:t>Exercise 2: Email Class with Methods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Create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Email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class with the following attributes: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email_address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(the email address of the user),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inbox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(a list to store received emails),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sent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(a list to store sent emails). Implement the following methods for the class: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Method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__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init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__(self,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email_address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 Initialize an Email object with the given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email_address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 Initialize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inbox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sent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lists as empty lists.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Method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send(self, recipient, message)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 Create an email with the given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message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and send it to the specified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recipient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 Add the sent email to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sent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list of the sender and add the email to the recipient's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inbox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Method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read(self)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 Print all the emails in the inbox.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Method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delete(self, index)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 Delete the email at the specified index from the inbox.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8B36007-FC5D-16C9-246D-E9078077BFA0}"/>
                  </a:ext>
                </a:extLst>
              </p14:cNvPr>
              <p14:cNvContentPartPr/>
              <p14:nvPr/>
            </p14:nvContentPartPr>
            <p14:xfrm>
              <a:off x="3586320" y="3759840"/>
              <a:ext cx="2459880" cy="1878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8B36007-FC5D-16C9-246D-E9078077BF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76960" y="3750480"/>
                <a:ext cx="2478600" cy="189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88004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FA13E024-9B50-279E-4204-E52217BD0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23</a:t>
            </a:fld>
            <a:endParaRPr lang="en-US"/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B6E6833D-C15C-6551-56E7-4B9519DC3355}"/>
              </a:ext>
            </a:extLst>
          </p:cNvPr>
          <p:cNvSpPr txBox="1"/>
          <p:nvPr/>
        </p:nvSpPr>
        <p:spPr>
          <a:xfrm>
            <a:off x="936171" y="278342"/>
            <a:ext cx="8483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i="0">
                <a:solidFill>
                  <a:schemeClr val="bg1"/>
                </a:solidFill>
                <a:effectLst/>
                <a:latin typeface="Söhne"/>
              </a:rPr>
              <a:t>Here's a sample template to help you get started: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96955A49-43AF-1453-B91E-F757A7821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171" y="1031698"/>
            <a:ext cx="9586066" cy="582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892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7A6130B0-5CFB-4B1D-B039-986DE0A6E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Class Variables vs. Object Variables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5649B26-D9E4-4EE9-934F-BE609245A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24</a:t>
            </a:fld>
            <a:endParaRPr lang="en-US"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CC975ED8-5401-35FB-0D6C-9262209DF731}"/>
              </a:ext>
            </a:extLst>
          </p:cNvPr>
          <p:cNvSpPr txBox="1"/>
          <p:nvPr/>
        </p:nvSpPr>
        <p:spPr>
          <a:xfrm>
            <a:off x="904874" y="1244489"/>
            <a:ext cx="1086802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2. Object Variables: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Scope:</a:t>
            </a:r>
            <a:r>
              <a:rPr lang="en-GB" sz="2800" dirty="0"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 Object variables belong to a specific instance of a class.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Declaration and Usage:</a:t>
            </a:r>
            <a:r>
              <a:rPr lang="en-GB" sz="2800" dirty="0"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 Declared and used through an object created from the class.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Access:</a:t>
            </a:r>
            <a:r>
              <a:rPr lang="en-GB" sz="2800" dirty="0">
                <a:latin typeface="Times" panose="020B0500000000000000" pitchFamily="34" charset="0"/>
                <a:ea typeface="Times" panose="020B0500000000000000" pitchFamily="34" charset="0"/>
                <a:cs typeface="Times" panose="020B0500000000000000" pitchFamily="34" charset="0"/>
              </a:rPr>
              <a:t> Requires creating an object of the class to access the object variable.</a:t>
            </a:r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C4723499-C712-0E9F-F493-20B0DF5DA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391" y="4128974"/>
            <a:ext cx="9929234" cy="25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63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7A6130B0-5CFB-4B1D-B039-986DE0A6E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Class Variables vs. Object Variables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5649B26-D9E4-4EE9-934F-BE609245A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25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A9247D0-EF19-1CC8-C202-D1F1F78F0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527" y="1074252"/>
            <a:ext cx="10984648" cy="47094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198375" rIns="0" bIns="19837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Exercise 2: Object Variables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Create a class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Book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with object variables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title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to store the book's title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author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to store the author's name.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Create two objects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book1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book2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from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Book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class with appropriate values for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title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author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Write a class method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display_info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()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to display information about the book, including both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title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author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Call the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display_info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()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method on both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book1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book2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objects to display the book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7620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7A6130B0-5CFB-4B1D-B039-986DE0A6E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Class Variables vs. Object Variables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5649B26-D9E4-4EE9-934F-BE609245A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26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F0D367-F3FC-77C5-B5D2-9FFFBD479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468" y="1286123"/>
            <a:ext cx="11062707" cy="47094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198375" rIns="0" bIns="19837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Exercise 3: Combination of Class and Object Variables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Extend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Book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class from Exercise 2 to include a class variable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total_books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to track the total number of books created.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Create a class method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display_total_books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()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to display the total number of books created.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Whenever a new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Book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object is created, increase the value of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total_books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by 1 using the class variable.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Create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book3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object from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Book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class and call the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display_total_books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()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method to show the total number of books created.</a:t>
            </a:r>
          </a:p>
        </p:txBody>
      </p:sp>
    </p:spTree>
    <p:extLst>
      <p:ext uri="{BB962C8B-B14F-4D97-AF65-F5344CB8AC3E}">
        <p14:creationId xmlns:p14="http://schemas.microsoft.com/office/powerpoint/2010/main" val="38144905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Inheritance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27</a:t>
            </a:fld>
            <a:endParaRPr lang="en-US"/>
          </a:p>
        </p:txBody>
      </p:sp>
      <p:sp>
        <p:nvSpPr>
          <p:cNvPr id="33" name="Hộp Văn bản 32">
            <a:extLst>
              <a:ext uri="{FF2B5EF4-FFF2-40B4-BE49-F238E27FC236}">
                <a16:creationId xmlns:a16="http://schemas.microsoft.com/office/drawing/2014/main" id="{F511A530-6B85-471F-8341-1820F810DADA}"/>
              </a:ext>
            </a:extLst>
          </p:cNvPr>
          <p:cNvSpPr txBox="1"/>
          <p:nvPr/>
        </p:nvSpPr>
        <p:spPr>
          <a:xfrm>
            <a:off x="819150" y="1228397"/>
            <a:ext cx="1086802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You don’t always have to start from scratch when writing a class. If the class you’re writing is a specialized version of another class you wrote, you can use inheritance.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 When one class inherits from another, it takes on the attributes and methods of the first class.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The original class is called the parent class, and the new class is the child class.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The child class can inherit any or all of the attributes and methods of its parent class, but it’s also free to define new attributes and methods of its own.</a:t>
            </a:r>
          </a:p>
        </p:txBody>
      </p:sp>
    </p:spTree>
    <p:extLst>
      <p:ext uri="{BB962C8B-B14F-4D97-AF65-F5344CB8AC3E}">
        <p14:creationId xmlns:p14="http://schemas.microsoft.com/office/powerpoint/2010/main" val="2352627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Inheritance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The __</a:t>
            </a:r>
            <a:r>
              <a:rPr lang="en-GB" dirty="0" err="1"/>
              <a:t>init</a:t>
            </a:r>
            <a:r>
              <a:rPr lang="en-GB" dirty="0"/>
              <a:t>__() Method for a Child Class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28</a:t>
            </a:fld>
            <a:endParaRPr lang="en-US"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C76E63BA-8588-4B51-A982-B8652CE87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52" y="2880366"/>
            <a:ext cx="9248775" cy="1638300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87C4A96B-AAB3-44E3-BF71-BA3447680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52" y="5063177"/>
            <a:ext cx="6743700" cy="1190625"/>
          </a:xfrm>
          <a:prstGeom prst="rect">
            <a:avLst/>
          </a:prstGeom>
        </p:spPr>
      </p:pic>
      <p:grpSp>
        <p:nvGrpSpPr>
          <p:cNvPr id="10" name="Nhóm 9">
            <a:extLst>
              <a:ext uri="{FF2B5EF4-FFF2-40B4-BE49-F238E27FC236}">
                <a16:creationId xmlns:a16="http://schemas.microsoft.com/office/drawing/2014/main" id="{497C388B-5094-4DB0-A39F-FC4AC6677D25}"/>
              </a:ext>
            </a:extLst>
          </p:cNvPr>
          <p:cNvGrpSpPr/>
          <p:nvPr/>
        </p:nvGrpSpPr>
        <p:grpSpPr>
          <a:xfrm>
            <a:off x="1571636" y="2422002"/>
            <a:ext cx="6903358" cy="902786"/>
            <a:chOff x="1345603" y="1061088"/>
            <a:chExt cx="6903358" cy="902786"/>
          </a:xfrm>
        </p:grpSpPr>
        <p:sp>
          <p:nvSpPr>
            <p:cNvPr id="11" name="Hình chữ nhật: Góc Tròn 10">
              <a:extLst>
                <a:ext uri="{FF2B5EF4-FFF2-40B4-BE49-F238E27FC236}">
                  <a16:creationId xmlns:a16="http://schemas.microsoft.com/office/drawing/2014/main" id="{7036C133-FF5B-4B04-8A10-71888EB5706C}"/>
                </a:ext>
              </a:extLst>
            </p:cNvPr>
            <p:cNvSpPr/>
            <p:nvPr/>
          </p:nvSpPr>
          <p:spPr>
            <a:xfrm>
              <a:off x="1345603" y="1592495"/>
              <a:ext cx="2928756" cy="371379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Đường kết nối: Cong 11">
              <a:extLst>
                <a:ext uri="{FF2B5EF4-FFF2-40B4-BE49-F238E27FC236}">
                  <a16:creationId xmlns:a16="http://schemas.microsoft.com/office/drawing/2014/main" id="{1CA0CDBC-993D-44E6-8253-8E08D49EDEDB}"/>
                </a:ext>
              </a:extLst>
            </p:cNvPr>
            <p:cNvCxnSpPr>
              <a:cxnSpLocks/>
              <a:stCxn id="11" idx="0"/>
              <a:endCxn id="13" idx="1"/>
            </p:cNvCxnSpPr>
            <p:nvPr/>
          </p:nvCxnSpPr>
          <p:spPr>
            <a:xfrm rot="5400000" flipH="1" flipV="1">
              <a:off x="3760080" y="341822"/>
              <a:ext cx="300574" cy="2200773"/>
            </a:xfrm>
            <a:prstGeom prst="curved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Hộp Văn bản 12">
              <a:extLst>
                <a:ext uri="{FF2B5EF4-FFF2-40B4-BE49-F238E27FC236}">
                  <a16:creationId xmlns:a16="http://schemas.microsoft.com/office/drawing/2014/main" id="{748D488B-1B00-4538-8ED5-91BC46F2A34B}"/>
                </a:ext>
              </a:extLst>
            </p:cNvPr>
            <p:cNvSpPr txBox="1"/>
            <p:nvPr/>
          </p:nvSpPr>
          <p:spPr>
            <a:xfrm>
              <a:off x="5010754" y="1061088"/>
              <a:ext cx="3238207" cy="46166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2400" b="0" i="0" dirty="0">
                  <a:solidFill>
                    <a:srgbClr val="000000"/>
                  </a:solidFill>
                  <a:effectLst/>
                  <a:latin typeface="+mj-lt"/>
                </a:rPr>
                <a:t>define the child class</a:t>
              </a:r>
              <a:r>
                <a:rPr lang="en-GB" sz="2400" dirty="0">
                  <a:latin typeface="+mj-lt"/>
                </a:rPr>
                <a:t> </a:t>
              </a:r>
              <a:endParaRPr lang="en-US" sz="2400" dirty="0">
                <a:latin typeface="+mj-lt"/>
              </a:endParaRPr>
            </a:p>
          </p:txBody>
        </p:sp>
      </p:grpSp>
      <p:grpSp>
        <p:nvGrpSpPr>
          <p:cNvPr id="19" name="Nhóm 18">
            <a:extLst>
              <a:ext uri="{FF2B5EF4-FFF2-40B4-BE49-F238E27FC236}">
                <a16:creationId xmlns:a16="http://schemas.microsoft.com/office/drawing/2014/main" id="{A490C03B-99E2-4AE9-B78B-FC38F71CD92F}"/>
              </a:ext>
            </a:extLst>
          </p:cNvPr>
          <p:cNvGrpSpPr/>
          <p:nvPr/>
        </p:nvGrpSpPr>
        <p:grpSpPr>
          <a:xfrm>
            <a:off x="2710783" y="1897689"/>
            <a:ext cx="2892056" cy="1185995"/>
            <a:chOff x="2710783" y="1897689"/>
            <a:chExt cx="2892056" cy="1185995"/>
          </a:xfrm>
        </p:grpSpPr>
        <p:cxnSp>
          <p:nvCxnSpPr>
            <p:cNvPr id="15" name="Đường kết nối Mũi tên Thẳng 14">
              <a:extLst>
                <a:ext uri="{FF2B5EF4-FFF2-40B4-BE49-F238E27FC236}">
                  <a16:creationId xmlns:a16="http://schemas.microsoft.com/office/drawing/2014/main" id="{C2B01720-896A-44F5-A648-67EAC01121D2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 flipV="1">
              <a:off x="4136400" y="2359354"/>
              <a:ext cx="20411" cy="72433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7" name="Hộp Văn bản 16">
              <a:extLst>
                <a:ext uri="{FF2B5EF4-FFF2-40B4-BE49-F238E27FC236}">
                  <a16:creationId xmlns:a16="http://schemas.microsoft.com/office/drawing/2014/main" id="{90423201-7ADA-440D-B70F-5442CDD3EF7F}"/>
                </a:ext>
              </a:extLst>
            </p:cNvPr>
            <p:cNvSpPr txBox="1"/>
            <p:nvPr/>
          </p:nvSpPr>
          <p:spPr>
            <a:xfrm>
              <a:off x="2710783" y="1897689"/>
              <a:ext cx="2892056" cy="461665"/>
            </a:xfrm>
            <a:prstGeom prst="rect">
              <a:avLst/>
            </a:prstGeom>
            <a:noFill/>
            <a:ln>
              <a:solidFill>
                <a:srgbClr val="ED7D3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Name of parent class</a:t>
              </a:r>
            </a:p>
          </p:txBody>
        </p:sp>
      </p:grpSp>
      <p:grpSp>
        <p:nvGrpSpPr>
          <p:cNvPr id="20" name="Nhóm 19">
            <a:extLst>
              <a:ext uri="{FF2B5EF4-FFF2-40B4-BE49-F238E27FC236}">
                <a16:creationId xmlns:a16="http://schemas.microsoft.com/office/drawing/2014/main" id="{173FC99B-FB5F-4C2A-9F4E-F1D0AB247C24}"/>
              </a:ext>
            </a:extLst>
          </p:cNvPr>
          <p:cNvGrpSpPr/>
          <p:nvPr/>
        </p:nvGrpSpPr>
        <p:grpSpPr>
          <a:xfrm>
            <a:off x="2106807" y="2935914"/>
            <a:ext cx="10003677" cy="935713"/>
            <a:chOff x="1292437" y="1029189"/>
            <a:chExt cx="10003677" cy="935713"/>
          </a:xfrm>
        </p:grpSpPr>
        <p:sp>
          <p:nvSpPr>
            <p:cNvPr id="21" name="Hình chữ nhật: Góc Tròn 20">
              <a:extLst>
                <a:ext uri="{FF2B5EF4-FFF2-40B4-BE49-F238E27FC236}">
                  <a16:creationId xmlns:a16="http://schemas.microsoft.com/office/drawing/2014/main" id="{7F1FD973-3909-434D-BB8A-7B807AF77356}"/>
                </a:ext>
              </a:extLst>
            </p:cNvPr>
            <p:cNvSpPr/>
            <p:nvPr/>
          </p:nvSpPr>
          <p:spPr>
            <a:xfrm>
              <a:off x="1292437" y="1640608"/>
              <a:ext cx="5729385" cy="324294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Đường kết nối: Cong 21">
              <a:extLst>
                <a:ext uri="{FF2B5EF4-FFF2-40B4-BE49-F238E27FC236}">
                  <a16:creationId xmlns:a16="http://schemas.microsoft.com/office/drawing/2014/main" id="{3C24B32B-AD4B-401B-A5C3-86CABE1A0DC8}"/>
                </a:ext>
              </a:extLst>
            </p:cNvPr>
            <p:cNvCxnSpPr>
              <a:cxnSpLocks/>
              <a:stCxn id="21" idx="0"/>
              <a:endCxn id="23" idx="1"/>
            </p:cNvCxnSpPr>
            <p:nvPr/>
          </p:nvCxnSpPr>
          <p:spPr>
            <a:xfrm rot="5400000" flipH="1" flipV="1">
              <a:off x="4089362" y="1250846"/>
              <a:ext cx="457530" cy="321994"/>
            </a:xfrm>
            <a:prstGeom prst="curved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Hộp Văn bản 22">
              <a:extLst>
                <a:ext uri="{FF2B5EF4-FFF2-40B4-BE49-F238E27FC236}">
                  <a16:creationId xmlns:a16="http://schemas.microsoft.com/office/drawing/2014/main" id="{28A0C9F8-9F3D-4F0E-8ED2-1DA11FC3695F}"/>
                </a:ext>
              </a:extLst>
            </p:cNvPr>
            <p:cNvSpPr txBox="1"/>
            <p:nvPr/>
          </p:nvSpPr>
          <p:spPr>
            <a:xfrm>
              <a:off x="4479124" y="1029189"/>
              <a:ext cx="6816990" cy="307777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GB" sz="2000" b="0" i="0" dirty="0">
                  <a:solidFill>
                    <a:srgbClr val="000000"/>
                  </a:solidFill>
                  <a:effectLst/>
                  <a:latin typeface="+mj-lt"/>
                </a:rPr>
                <a:t>takes in the information required to make a Car instance</a:t>
              </a:r>
              <a:endParaRPr lang="en-US" sz="2000" dirty="0">
                <a:latin typeface="+mj-lt"/>
              </a:endParaRPr>
            </a:p>
          </p:txBody>
        </p:sp>
      </p:grpSp>
      <p:grpSp>
        <p:nvGrpSpPr>
          <p:cNvPr id="26" name="Nhóm 25">
            <a:extLst>
              <a:ext uri="{FF2B5EF4-FFF2-40B4-BE49-F238E27FC236}">
                <a16:creationId xmlns:a16="http://schemas.microsoft.com/office/drawing/2014/main" id="{5DE8AA3D-C1EF-4A8E-9A05-54E6C5ADE82C}"/>
              </a:ext>
            </a:extLst>
          </p:cNvPr>
          <p:cNvGrpSpPr/>
          <p:nvPr/>
        </p:nvGrpSpPr>
        <p:grpSpPr>
          <a:xfrm>
            <a:off x="981591" y="4080306"/>
            <a:ext cx="6816990" cy="848700"/>
            <a:chOff x="63433" y="1640608"/>
            <a:chExt cx="6816990" cy="848700"/>
          </a:xfrm>
        </p:grpSpPr>
        <p:sp>
          <p:nvSpPr>
            <p:cNvPr id="27" name="Hình chữ nhật: Góc Tròn 26">
              <a:extLst>
                <a:ext uri="{FF2B5EF4-FFF2-40B4-BE49-F238E27FC236}">
                  <a16:creationId xmlns:a16="http://schemas.microsoft.com/office/drawing/2014/main" id="{7FFF4AB4-2BD8-4857-9CE1-C6AACD0E6D7B}"/>
                </a:ext>
              </a:extLst>
            </p:cNvPr>
            <p:cNvSpPr/>
            <p:nvPr/>
          </p:nvSpPr>
          <p:spPr>
            <a:xfrm>
              <a:off x="1638440" y="1640608"/>
              <a:ext cx="1030479" cy="324294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Đường kết nối: Cong 27">
              <a:extLst>
                <a:ext uri="{FF2B5EF4-FFF2-40B4-BE49-F238E27FC236}">
                  <a16:creationId xmlns:a16="http://schemas.microsoft.com/office/drawing/2014/main" id="{71454B9E-F697-470A-A903-E07943EA1110}"/>
                </a:ext>
              </a:extLst>
            </p:cNvPr>
            <p:cNvCxnSpPr>
              <a:cxnSpLocks/>
              <a:stCxn id="27" idx="2"/>
              <a:endCxn id="29" idx="0"/>
            </p:cNvCxnSpPr>
            <p:nvPr/>
          </p:nvCxnSpPr>
          <p:spPr>
            <a:xfrm rot="16200000" flipH="1">
              <a:off x="2689101" y="1429481"/>
              <a:ext cx="247407" cy="1318248"/>
            </a:xfrm>
            <a:prstGeom prst="curved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Hộp Văn bản 28">
              <a:extLst>
                <a:ext uri="{FF2B5EF4-FFF2-40B4-BE49-F238E27FC236}">
                  <a16:creationId xmlns:a16="http://schemas.microsoft.com/office/drawing/2014/main" id="{DA196A54-81DA-464E-8D5C-B00E353B98AF}"/>
                </a:ext>
              </a:extLst>
            </p:cNvPr>
            <p:cNvSpPr txBox="1"/>
            <p:nvPr/>
          </p:nvSpPr>
          <p:spPr>
            <a:xfrm>
              <a:off x="63433" y="2212309"/>
              <a:ext cx="6816990" cy="276999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GB" sz="1800" b="0" i="0" dirty="0">
                  <a:solidFill>
                    <a:srgbClr val="000000"/>
                  </a:solidFill>
                  <a:effectLst/>
                  <a:latin typeface="NewBaskerville-Roman"/>
                </a:rPr>
                <a:t>special function that allows you to call a method from the parent class </a:t>
              </a:r>
              <a:endParaRPr lang="en-US" sz="2000" dirty="0">
                <a:latin typeface="+mj-lt"/>
              </a:endParaRPr>
            </a:p>
          </p:txBody>
        </p:sp>
      </p:grpSp>
      <p:grpSp>
        <p:nvGrpSpPr>
          <p:cNvPr id="16" name="Nhóm 15">
            <a:extLst>
              <a:ext uri="{FF2B5EF4-FFF2-40B4-BE49-F238E27FC236}">
                <a16:creationId xmlns:a16="http://schemas.microsoft.com/office/drawing/2014/main" id="{C26BCC64-250B-4DA8-A064-A728995C106E}"/>
              </a:ext>
            </a:extLst>
          </p:cNvPr>
          <p:cNvGrpSpPr/>
          <p:nvPr/>
        </p:nvGrpSpPr>
        <p:grpSpPr>
          <a:xfrm>
            <a:off x="3655572" y="4108281"/>
            <a:ext cx="8364976" cy="1500737"/>
            <a:chOff x="3655572" y="4108281"/>
            <a:chExt cx="8364976" cy="1500737"/>
          </a:xfrm>
        </p:grpSpPr>
        <p:sp>
          <p:nvSpPr>
            <p:cNvPr id="43" name="Hộp Văn bản 42">
              <a:extLst>
                <a:ext uri="{FF2B5EF4-FFF2-40B4-BE49-F238E27FC236}">
                  <a16:creationId xmlns:a16="http://schemas.microsoft.com/office/drawing/2014/main" id="{2BEE4741-8A26-4993-8331-5D63E86F6A8A}"/>
                </a:ext>
              </a:extLst>
            </p:cNvPr>
            <p:cNvSpPr txBox="1"/>
            <p:nvPr/>
          </p:nvSpPr>
          <p:spPr>
            <a:xfrm>
              <a:off x="8100871" y="4285579"/>
              <a:ext cx="3919677" cy="1323439"/>
            </a:xfrm>
            <a:prstGeom prst="rect">
              <a:avLst/>
            </a:prstGeom>
            <a:noFill/>
            <a:ln w="19050">
              <a:solidFill>
                <a:srgbClr val="7E7EFB"/>
              </a:solidFill>
            </a:ln>
          </p:spPr>
          <p:txBody>
            <a:bodyPr wrap="square">
              <a:spAutoFit/>
            </a:bodyPr>
            <a:lstStyle/>
            <a:p>
              <a:pPr algn="just"/>
              <a:r>
                <a:rPr lang="en-GB" sz="2000" b="0" i="0" dirty="0">
                  <a:solidFill>
                    <a:srgbClr val="000000"/>
                  </a:solidFill>
                  <a:effectLst/>
                  <a:latin typeface="NewBaskerville-Roman"/>
                </a:rPr>
                <a:t>tells Python to call the </a:t>
              </a:r>
              <a:r>
                <a:rPr lang="en-GB" sz="2000" b="0" i="0" dirty="0">
                  <a:solidFill>
                    <a:srgbClr val="000000"/>
                  </a:solidFill>
                  <a:effectLst/>
                  <a:latin typeface="TheSansMonoCondensed-Plain"/>
                </a:rPr>
                <a:t>__</a:t>
              </a:r>
              <a:r>
                <a:rPr lang="en-GB" sz="2000" b="0" i="0" dirty="0" err="1">
                  <a:solidFill>
                    <a:srgbClr val="000000"/>
                  </a:solidFill>
                  <a:effectLst/>
                  <a:latin typeface="TheSansMonoCondensed-Plain"/>
                </a:rPr>
                <a:t>init</a:t>
              </a:r>
              <a:r>
                <a:rPr lang="en-GB" sz="2000" b="0" i="0" dirty="0">
                  <a:solidFill>
                    <a:srgbClr val="000000"/>
                  </a:solidFill>
                  <a:effectLst/>
                  <a:latin typeface="TheSansMonoCondensed-Plain"/>
                </a:rPr>
                <a:t>__()</a:t>
              </a:r>
              <a:br>
                <a:rPr lang="en-GB" sz="2000" b="0" i="0" dirty="0">
                  <a:solidFill>
                    <a:srgbClr val="000000"/>
                  </a:solidFill>
                  <a:effectLst/>
                  <a:latin typeface="TheSansMonoCondensed-Plain"/>
                </a:rPr>
              </a:br>
              <a:r>
                <a:rPr lang="en-GB" sz="2000" b="0" i="0" dirty="0">
                  <a:solidFill>
                    <a:srgbClr val="000000"/>
                  </a:solidFill>
                  <a:effectLst/>
                  <a:latin typeface="NewBaskerville-Roman"/>
                </a:rPr>
                <a:t>method from </a:t>
              </a:r>
              <a:r>
                <a:rPr lang="en-GB" sz="2000" b="0" i="0" dirty="0">
                  <a:solidFill>
                    <a:srgbClr val="000000"/>
                  </a:solidFill>
                  <a:effectLst/>
                  <a:latin typeface="TheSansMonoCondensed-Plain"/>
                </a:rPr>
                <a:t>Car</a:t>
              </a:r>
              <a:r>
                <a:rPr lang="en-GB" sz="2000" b="0" i="0" dirty="0">
                  <a:solidFill>
                    <a:srgbClr val="000000"/>
                  </a:solidFill>
                  <a:effectLst/>
                  <a:latin typeface="NewBaskerville-Roman"/>
                </a:rPr>
                <a:t>, which gives an </a:t>
              </a:r>
              <a:r>
                <a:rPr lang="en-GB" sz="2000" b="0" i="0" dirty="0" err="1">
                  <a:solidFill>
                    <a:srgbClr val="000000"/>
                  </a:solidFill>
                  <a:effectLst/>
                  <a:latin typeface="TheSansMonoCondensed-Plain"/>
                </a:rPr>
                <a:t>ElectricCar</a:t>
              </a:r>
              <a:r>
                <a:rPr lang="en-GB" sz="2000" b="0" i="0" dirty="0">
                  <a:solidFill>
                    <a:srgbClr val="000000"/>
                  </a:solidFill>
                  <a:effectLst/>
                  <a:latin typeface="TheSansMonoCondensed-Plain"/>
                </a:rPr>
                <a:t> </a:t>
              </a:r>
              <a:r>
                <a:rPr lang="en-GB" sz="2000" b="0" i="0" dirty="0">
                  <a:solidFill>
                    <a:srgbClr val="000000"/>
                  </a:solidFill>
                  <a:effectLst/>
                  <a:latin typeface="NewBaskerville-Roman"/>
                </a:rPr>
                <a:t>instance all the attributes defined in that method.</a:t>
              </a:r>
              <a:r>
                <a:rPr lang="en-GB" sz="2000" dirty="0"/>
                <a:t> </a:t>
              </a:r>
              <a:endParaRPr lang="en-US" sz="2000" dirty="0"/>
            </a:p>
          </p:txBody>
        </p:sp>
        <p:sp>
          <p:nvSpPr>
            <p:cNvPr id="25" name="Hình chữ nhật: Góc Tròn 24">
              <a:extLst>
                <a:ext uri="{FF2B5EF4-FFF2-40B4-BE49-F238E27FC236}">
                  <a16:creationId xmlns:a16="http://schemas.microsoft.com/office/drawing/2014/main" id="{8F955C7D-B6A4-4E56-86E1-067C859B026C}"/>
                </a:ext>
              </a:extLst>
            </p:cNvPr>
            <p:cNvSpPr/>
            <p:nvPr/>
          </p:nvSpPr>
          <p:spPr>
            <a:xfrm>
              <a:off x="3655572" y="4108281"/>
              <a:ext cx="4256787" cy="324294"/>
            </a:xfrm>
            <a:prstGeom prst="round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Đường kết nối: Mũi tên Gấp khúc 7">
              <a:extLst>
                <a:ext uri="{FF2B5EF4-FFF2-40B4-BE49-F238E27FC236}">
                  <a16:creationId xmlns:a16="http://schemas.microsoft.com/office/drawing/2014/main" id="{CB9CA035-EB4E-472A-804A-2F54AD8109EE}"/>
                </a:ext>
              </a:extLst>
            </p:cNvPr>
            <p:cNvCxnSpPr>
              <a:stCxn id="25" idx="0"/>
              <a:endCxn id="43" idx="0"/>
            </p:cNvCxnSpPr>
            <p:nvPr/>
          </p:nvCxnSpPr>
          <p:spPr>
            <a:xfrm rot="16200000" flipH="1">
              <a:off x="7833689" y="2058558"/>
              <a:ext cx="177298" cy="4276744"/>
            </a:xfrm>
            <a:prstGeom prst="bentConnector3">
              <a:avLst>
                <a:gd name="adj1" fmla="val -113147"/>
              </a:avLst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12125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Inheritance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Defining Attributes and Methods for the Child Class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29</a:t>
            </a:fld>
            <a:endParaRPr lang="en-US"/>
          </a:p>
        </p:txBody>
      </p:sp>
      <p:grpSp>
        <p:nvGrpSpPr>
          <p:cNvPr id="9" name="Nhóm 8">
            <a:extLst>
              <a:ext uri="{FF2B5EF4-FFF2-40B4-BE49-F238E27FC236}">
                <a16:creationId xmlns:a16="http://schemas.microsoft.com/office/drawing/2014/main" id="{BC74D6FB-33DF-44C8-BFDB-CA19D96179D1}"/>
              </a:ext>
            </a:extLst>
          </p:cNvPr>
          <p:cNvGrpSpPr/>
          <p:nvPr/>
        </p:nvGrpSpPr>
        <p:grpSpPr>
          <a:xfrm>
            <a:off x="1423987" y="1583531"/>
            <a:ext cx="9344025" cy="2962275"/>
            <a:chOff x="1423987" y="1583531"/>
            <a:chExt cx="9344025" cy="2962275"/>
          </a:xfrm>
        </p:grpSpPr>
        <p:pic>
          <p:nvPicPr>
            <p:cNvPr id="6" name="Hình ảnh 5">
              <a:extLst>
                <a:ext uri="{FF2B5EF4-FFF2-40B4-BE49-F238E27FC236}">
                  <a16:creationId xmlns:a16="http://schemas.microsoft.com/office/drawing/2014/main" id="{92388F3C-BAC9-4598-92F5-9F373BD99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3987" y="1583531"/>
              <a:ext cx="9344025" cy="2962275"/>
            </a:xfrm>
            <a:prstGeom prst="rect">
              <a:avLst/>
            </a:prstGeom>
          </p:spPr>
        </p:pic>
        <p:sp>
          <p:nvSpPr>
            <p:cNvPr id="8" name="Hình chữ nhật 7">
              <a:extLst>
                <a:ext uri="{FF2B5EF4-FFF2-40B4-BE49-F238E27FC236}">
                  <a16:creationId xmlns:a16="http://schemas.microsoft.com/office/drawing/2014/main" id="{A7DC4259-7061-4AB0-9188-F2A6DF8ED267}"/>
                </a:ext>
              </a:extLst>
            </p:cNvPr>
            <p:cNvSpPr/>
            <p:nvPr/>
          </p:nvSpPr>
          <p:spPr>
            <a:xfrm>
              <a:off x="1423987" y="1583531"/>
              <a:ext cx="9344025" cy="1765844"/>
            </a:xfrm>
            <a:prstGeom prst="rect">
              <a:avLst/>
            </a:prstGeom>
            <a:solidFill>
              <a:schemeClr val="bg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Hình ảnh 12">
            <a:extLst>
              <a:ext uri="{FF2B5EF4-FFF2-40B4-BE49-F238E27FC236}">
                <a16:creationId xmlns:a16="http://schemas.microsoft.com/office/drawing/2014/main" id="{94722FB2-1456-4F04-AC50-641563F02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987" y="4802981"/>
            <a:ext cx="6867525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39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Inheritance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Overriding Methods from the Parent Class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30</a:t>
            </a:fld>
            <a:endParaRPr lang="en-US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0326C15F-78EB-439F-AE0C-0881B2E27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1596032"/>
            <a:ext cx="10029825" cy="1524000"/>
          </a:xfrm>
          <a:prstGeom prst="rect">
            <a:avLst/>
          </a:prstGeom>
        </p:spPr>
      </p:pic>
      <p:pic>
        <p:nvPicPr>
          <p:cNvPr id="8" name="Hình ảnh 7">
            <a:extLst>
              <a:ext uri="{FF2B5EF4-FFF2-40B4-BE49-F238E27FC236}">
                <a16:creationId xmlns:a16="http://schemas.microsoft.com/office/drawing/2014/main" id="{64922DFA-33C4-437F-B7BB-CE796A673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12" y="3429000"/>
            <a:ext cx="6886575" cy="1457325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F2DB74DB-9658-45DE-BB0A-37C4833A8D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5" y="5080596"/>
            <a:ext cx="42195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468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Inheritance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Instances as Attributes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31</a:t>
            </a:fld>
            <a:endParaRPr lang="en-US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447829DC-7266-42F3-988E-518B09C70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382" y="1328343"/>
            <a:ext cx="9258300" cy="2257425"/>
          </a:xfrm>
          <a:prstGeom prst="rect">
            <a:avLst/>
          </a:prstGeom>
        </p:spPr>
      </p:pic>
      <p:pic>
        <p:nvPicPr>
          <p:cNvPr id="19" name="Hình ảnh 18">
            <a:extLst>
              <a:ext uri="{FF2B5EF4-FFF2-40B4-BE49-F238E27FC236}">
                <a16:creationId xmlns:a16="http://schemas.microsoft.com/office/drawing/2014/main" id="{67A76EBA-9280-48C8-B098-B2E8AC46A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382" y="5770652"/>
            <a:ext cx="6924675" cy="1066800"/>
          </a:xfrm>
          <a:prstGeom prst="rect">
            <a:avLst/>
          </a:prstGeom>
        </p:spPr>
      </p:pic>
      <p:grpSp>
        <p:nvGrpSpPr>
          <p:cNvPr id="20" name="Nhóm 19">
            <a:extLst>
              <a:ext uri="{FF2B5EF4-FFF2-40B4-BE49-F238E27FC236}">
                <a16:creationId xmlns:a16="http://schemas.microsoft.com/office/drawing/2014/main" id="{C95E3ED3-0CBD-4887-9325-DCCE5BDCBFAC}"/>
              </a:ext>
            </a:extLst>
          </p:cNvPr>
          <p:cNvGrpSpPr/>
          <p:nvPr/>
        </p:nvGrpSpPr>
        <p:grpSpPr>
          <a:xfrm>
            <a:off x="1393432" y="3647412"/>
            <a:ext cx="9258301" cy="2076450"/>
            <a:chOff x="1393432" y="3585768"/>
            <a:chExt cx="9258301" cy="2076450"/>
          </a:xfrm>
        </p:grpSpPr>
        <p:pic>
          <p:nvPicPr>
            <p:cNvPr id="17" name="Hình ảnh 16">
              <a:extLst>
                <a:ext uri="{FF2B5EF4-FFF2-40B4-BE49-F238E27FC236}">
                  <a16:creationId xmlns:a16="http://schemas.microsoft.com/office/drawing/2014/main" id="{EC32D9DC-1F4A-41B1-9344-529B915405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93432" y="3585768"/>
              <a:ext cx="9239250" cy="2076450"/>
            </a:xfrm>
            <a:prstGeom prst="rect">
              <a:avLst/>
            </a:prstGeom>
          </p:spPr>
        </p:pic>
        <p:sp>
          <p:nvSpPr>
            <p:cNvPr id="14" name="Hình chữ nhật 13">
              <a:extLst>
                <a:ext uri="{FF2B5EF4-FFF2-40B4-BE49-F238E27FC236}">
                  <a16:creationId xmlns:a16="http://schemas.microsoft.com/office/drawing/2014/main" id="{E9EF5B94-E5B8-4A7A-9E22-2FA21623B76D}"/>
                </a:ext>
              </a:extLst>
            </p:cNvPr>
            <p:cNvSpPr/>
            <p:nvPr/>
          </p:nvSpPr>
          <p:spPr>
            <a:xfrm>
              <a:off x="1393433" y="3596042"/>
              <a:ext cx="9258300" cy="1765844"/>
            </a:xfrm>
            <a:prstGeom prst="rect">
              <a:avLst/>
            </a:prstGeom>
            <a:solidFill>
              <a:schemeClr val="bg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71091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Practice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9-6,…,9-9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9847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Importing Classes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5010149" cy="544511"/>
          </a:xfrm>
        </p:spPr>
        <p:txBody>
          <a:bodyPr/>
          <a:lstStyle/>
          <a:p>
            <a:r>
              <a:rPr lang="en-GB" dirty="0"/>
              <a:t>Importing a Single Class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33</a:t>
            </a:fld>
            <a:endParaRPr lang="en-US"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02788F8D-2FB7-4A57-9557-F04C4301C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36" y="1468436"/>
            <a:ext cx="4495800" cy="771525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9A002481-657C-4BC4-84F5-9BABB0D33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36" y="2543496"/>
            <a:ext cx="4695825" cy="1257300"/>
          </a:xfrm>
          <a:prstGeom prst="rect">
            <a:avLst/>
          </a:prstGeom>
        </p:spPr>
      </p:pic>
      <p:pic>
        <p:nvPicPr>
          <p:cNvPr id="12" name="Hình ảnh 11">
            <a:extLst>
              <a:ext uri="{FF2B5EF4-FFF2-40B4-BE49-F238E27FC236}">
                <a16:creationId xmlns:a16="http://schemas.microsoft.com/office/drawing/2014/main" id="{09A00887-73E7-4072-840B-7D7E419F1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636" y="3890160"/>
            <a:ext cx="4171950" cy="1276350"/>
          </a:xfrm>
          <a:prstGeom prst="rect">
            <a:avLst/>
          </a:prstGeom>
        </p:spPr>
      </p:pic>
      <p:sp>
        <p:nvSpPr>
          <p:cNvPr id="13" name="Chỗ dành sẵn cho Văn bản 3">
            <a:extLst>
              <a:ext uri="{FF2B5EF4-FFF2-40B4-BE49-F238E27FC236}">
                <a16:creationId xmlns:a16="http://schemas.microsoft.com/office/drawing/2014/main" id="{0D081BD5-06B2-4C05-B6F6-F7BA898F5584}"/>
              </a:ext>
            </a:extLst>
          </p:cNvPr>
          <p:cNvSpPr txBox="1">
            <a:spLocks/>
          </p:cNvSpPr>
          <p:nvPr/>
        </p:nvSpPr>
        <p:spPr>
          <a:xfrm>
            <a:off x="5600700" y="923924"/>
            <a:ext cx="6461162" cy="54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Storing Multiple Classes in a Module</a:t>
            </a:r>
            <a:endParaRPr lang="en-US" dirty="0"/>
          </a:p>
        </p:txBody>
      </p:sp>
      <p:pic>
        <p:nvPicPr>
          <p:cNvPr id="15" name="Hình ảnh 14">
            <a:extLst>
              <a:ext uri="{FF2B5EF4-FFF2-40B4-BE49-F238E27FC236}">
                <a16:creationId xmlns:a16="http://schemas.microsoft.com/office/drawing/2014/main" id="{F246C0E0-FF88-4A44-A209-3C6A70F928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5033" y="1619122"/>
            <a:ext cx="5305425" cy="542925"/>
          </a:xfrm>
          <a:prstGeom prst="rect">
            <a:avLst/>
          </a:prstGeom>
        </p:spPr>
      </p:pic>
      <p:pic>
        <p:nvPicPr>
          <p:cNvPr id="17" name="Hình ảnh 16">
            <a:extLst>
              <a:ext uri="{FF2B5EF4-FFF2-40B4-BE49-F238E27FC236}">
                <a16:creationId xmlns:a16="http://schemas.microsoft.com/office/drawing/2014/main" id="{EA9464B9-DA9F-4A70-BB77-0B5002B2E4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0700" y="2543496"/>
            <a:ext cx="6600825" cy="1095375"/>
          </a:xfrm>
          <a:prstGeom prst="rect">
            <a:avLst/>
          </a:prstGeom>
        </p:spPr>
      </p:pic>
      <p:pic>
        <p:nvPicPr>
          <p:cNvPr id="19" name="Hình ảnh 18">
            <a:extLst>
              <a:ext uri="{FF2B5EF4-FFF2-40B4-BE49-F238E27FC236}">
                <a16:creationId xmlns:a16="http://schemas.microsoft.com/office/drawing/2014/main" id="{E3E07E6C-995D-4966-AA37-6A4E903062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0700" y="4020320"/>
            <a:ext cx="3886200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17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Importing Classes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0" y="923925"/>
            <a:ext cx="7526033" cy="544511"/>
          </a:xfrm>
        </p:spPr>
        <p:txBody>
          <a:bodyPr>
            <a:normAutofit/>
          </a:bodyPr>
          <a:lstStyle/>
          <a:p>
            <a:r>
              <a:rPr lang="en-GB" dirty="0"/>
              <a:t>Importing Multiple Classes from a Module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34</a:t>
            </a:fld>
            <a:endParaRPr lang="en-US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800FC84D-A72C-43D1-A6B9-D91431904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1570688"/>
            <a:ext cx="5981700" cy="495300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58D953F7-4629-4239-B563-1C1232CEF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86" y="2412815"/>
            <a:ext cx="6486525" cy="1266825"/>
          </a:xfrm>
          <a:prstGeom prst="rect">
            <a:avLst/>
          </a:prstGeom>
        </p:spPr>
      </p:pic>
      <p:pic>
        <p:nvPicPr>
          <p:cNvPr id="14" name="Hình ảnh 13">
            <a:extLst>
              <a:ext uri="{FF2B5EF4-FFF2-40B4-BE49-F238E27FC236}">
                <a16:creationId xmlns:a16="http://schemas.microsoft.com/office/drawing/2014/main" id="{C0C96325-128B-40B5-8DD7-6D3E7883D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86" y="3679640"/>
            <a:ext cx="7134225" cy="1228725"/>
          </a:xfrm>
          <a:prstGeom prst="rect">
            <a:avLst/>
          </a:prstGeom>
        </p:spPr>
      </p:pic>
      <p:sp>
        <p:nvSpPr>
          <p:cNvPr id="18" name="Chỗ dành sẵn cho Văn bản 3">
            <a:extLst>
              <a:ext uri="{FF2B5EF4-FFF2-40B4-BE49-F238E27FC236}">
                <a16:creationId xmlns:a16="http://schemas.microsoft.com/office/drawing/2014/main" id="{B821CCC6-BDC5-46AF-B02E-3F5372FDB4C4}"/>
              </a:ext>
            </a:extLst>
          </p:cNvPr>
          <p:cNvSpPr txBox="1">
            <a:spLocks/>
          </p:cNvSpPr>
          <p:nvPr/>
        </p:nvSpPr>
        <p:spPr>
          <a:xfrm>
            <a:off x="590550" y="4908365"/>
            <a:ext cx="7526033" cy="54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Importing Multiple Classes from a Module</a:t>
            </a:r>
            <a:endParaRPr lang="en-US" dirty="0"/>
          </a:p>
        </p:txBody>
      </p:sp>
      <p:pic>
        <p:nvPicPr>
          <p:cNvPr id="20" name="Hình ảnh 19">
            <a:extLst>
              <a:ext uri="{FF2B5EF4-FFF2-40B4-BE49-F238E27FC236}">
                <a16:creationId xmlns:a16="http://schemas.microsoft.com/office/drawing/2014/main" id="{46FBF2B3-40F9-41CC-AF35-591CDD6DF5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75" y="5390374"/>
            <a:ext cx="3952875" cy="838200"/>
          </a:xfrm>
          <a:prstGeom prst="rect">
            <a:avLst/>
          </a:prstGeom>
        </p:spPr>
      </p:pic>
      <p:pic>
        <p:nvPicPr>
          <p:cNvPr id="22" name="Hình ảnh 21">
            <a:extLst>
              <a:ext uri="{FF2B5EF4-FFF2-40B4-BE49-F238E27FC236}">
                <a16:creationId xmlns:a16="http://schemas.microsoft.com/office/drawing/2014/main" id="{872374A5-CEA7-4854-81A2-3F6F20C554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5391150"/>
            <a:ext cx="5857875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09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8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Importing Classes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0" y="923925"/>
            <a:ext cx="7526033" cy="544511"/>
          </a:xfrm>
        </p:spPr>
        <p:txBody>
          <a:bodyPr>
            <a:normAutofit/>
          </a:bodyPr>
          <a:lstStyle/>
          <a:p>
            <a:r>
              <a:rPr lang="en-GB" dirty="0"/>
              <a:t>Importing Multiple Classes from a Module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35</a:t>
            </a:fld>
            <a:endParaRPr lang="en-US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800FC84D-A72C-43D1-A6B9-D91431904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1570688"/>
            <a:ext cx="5981700" cy="495300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58D953F7-4629-4239-B563-1C1232CEF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86" y="2412815"/>
            <a:ext cx="6486525" cy="1266825"/>
          </a:xfrm>
          <a:prstGeom prst="rect">
            <a:avLst/>
          </a:prstGeom>
        </p:spPr>
      </p:pic>
      <p:pic>
        <p:nvPicPr>
          <p:cNvPr id="14" name="Hình ảnh 13">
            <a:extLst>
              <a:ext uri="{FF2B5EF4-FFF2-40B4-BE49-F238E27FC236}">
                <a16:creationId xmlns:a16="http://schemas.microsoft.com/office/drawing/2014/main" id="{C0C96325-128B-40B5-8DD7-6D3E7883D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86" y="3679640"/>
            <a:ext cx="7134225" cy="1228725"/>
          </a:xfrm>
          <a:prstGeom prst="rect">
            <a:avLst/>
          </a:prstGeom>
        </p:spPr>
      </p:pic>
      <p:sp>
        <p:nvSpPr>
          <p:cNvPr id="18" name="Chỗ dành sẵn cho Văn bản 3">
            <a:extLst>
              <a:ext uri="{FF2B5EF4-FFF2-40B4-BE49-F238E27FC236}">
                <a16:creationId xmlns:a16="http://schemas.microsoft.com/office/drawing/2014/main" id="{B821CCC6-BDC5-46AF-B02E-3F5372FDB4C4}"/>
              </a:ext>
            </a:extLst>
          </p:cNvPr>
          <p:cNvSpPr txBox="1">
            <a:spLocks/>
          </p:cNvSpPr>
          <p:nvPr/>
        </p:nvSpPr>
        <p:spPr>
          <a:xfrm>
            <a:off x="590550" y="4908365"/>
            <a:ext cx="7526033" cy="54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Importing Multiple Classes from a Module</a:t>
            </a:r>
            <a:endParaRPr lang="en-US" dirty="0"/>
          </a:p>
        </p:txBody>
      </p:sp>
      <p:pic>
        <p:nvPicPr>
          <p:cNvPr id="20" name="Hình ảnh 19">
            <a:extLst>
              <a:ext uri="{FF2B5EF4-FFF2-40B4-BE49-F238E27FC236}">
                <a16:creationId xmlns:a16="http://schemas.microsoft.com/office/drawing/2014/main" id="{46FBF2B3-40F9-41CC-AF35-591CDD6DF5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75" y="5390374"/>
            <a:ext cx="3952875" cy="838200"/>
          </a:xfrm>
          <a:prstGeom prst="rect">
            <a:avLst/>
          </a:prstGeom>
        </p:spPr>
      </p:pic>
      <p:pic>
        <p:nvPicPr>
          <p:cNvPr id="22" name="Hình ảnh 21">
            <a:extLst>
              <a:ext uri="{FF2B5EF4-FFF2-40B4-BE49-F238E27FC236}">
                <a16:creationId xmlns:a16="http://schemas.microsoft.com/office/drawing/2014/main" id="{872374A5-CEA7-4854-81A2-3F6F20C554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5391150"/>
            <a:ext cx="5857875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191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8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Importing Classes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0" y="923925"/>
            <a:ext cx="7526033" cy="544511"/>
          </a:xfrm>
        </p:spPr>
        <p:txBody>
          <a:bodyPr>
            <a:normAutofit/>
          </a:bodyPr>
          <a:lstStyle/>
          <a:p>
            <a:r>
              <a:rPr lang="en-GB" dirty="0"/>
              <a:t>Importing a Module into a Module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36</a:t>
            </a:fld>
            <a:endParaRPr lang="en-US"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F67ACB71-B667-4A52-867D-36F88186A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1583531"/>
            <a:ext cx="3362325" cy="2143125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4630D022-D7E8-45F6-B0E0-232F36A5C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507" y="1605134"/>
            <a:ext cx="5553075" cy="809625"/>
          </a:xfrm>
          <a:prstGeom prst="rect">
            <a:avLst/>
          </a:prstGeom>
        </p:spPr>
      </p:pic>
      <p:sp>
        <p:nvSpPr>
          <p:cNvPr id="15" name="Chỗ dành sẵn cho Văn bản 3">
            <a:extLst>
              <a:ext uri="{FF2B5EF4-FFF2-40B4-BE49-F238E27FC236}">
                <a16:creationId xmlns:a16="http://schemas.microsoft.com/office/drawing/2014/main" id="{777E702B-399A-4BCE-B28A-F084490EBE5D}"/>
              </a:ext>
            </a:extLst>
          </p:cNvPr>
          <p:cNvSpPr txBox="1">
            <a:spLocks/>
          </p:cNvSpPr>
          <p:nvPr/>
        </p:nvSpPr>
        <p:spPr>
          <a:xfrm>
            <a:off x="590550" y="3857913"/>
            <a:ext cx="5378413" cy="54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Using Aliases</a:t>
            </a:r>
            <a:endParaRPr lang="en-US" dirty="0"/>
          </a:p>
        </p:txBody>
      </p:sp>
      <p:pic>
        <p:nvPicPr>
          <p:cNvPr id="16" name="Hình ảnh 15">
            <a:extLst>
              <a:ext uri="{FF2B5EF4-FFF2-40B4-BE49-F238E27FC236}">
                <a16:creationId xmlns:a16="http://schemas.microsoft.com/office/drawing/2014/main" id="{1D511349-42A9-4947-8CB6-541DD12C9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687" y="4522960"/>
            <a:ext cx="5962650" cy="409575"/>
          </a:xfrm>
          <a:prstGeom prst="rect">
            <a:avLst/>
          </a:prstGeom>
        </p:spPr>
      </p:pic>
      <p:pic>
        <p:nvPicPr>
          <p:cNvPr id="19" name="Hình ảnh 18">
            <a:extLst>
              <a:ext uri="{FF2B5EF4-FFF2-40B4-BE49-F238E27FC236}">
                <a16:creationId xmlns:a16="http://schemas.microsoft.com/office/drawing/2014/main" id="{391520A8-3B21-48B8-B697-B1E6A0A533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687" y="5186633"/>
            <a:ext cx="5791200" cy="1295400"/>
          </a:xfrm>
          <a:prstGeom prst="rect">
            <a:avLst/>
          </a:prstGeom>
        </p:spPr>
      </p:pic>
      <p:pic>
        <p:nvPicPr>
          <p:cNvPr id="23" name="Hình ảnh 22">
            <a:extLst>
              <a:ext uri="{FF2B5EF4-FFF2-40B4-BE49-F238E27FC236}">
                <a16:creationId xmlns:a16="http://schemas.microsoft.com/office/drawing/2014/main" id="{CC286FEE-E398-43B2-BE8F-CCD3AA1014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1350" y="4475698"/>
            <a:ext cx="3981450" cy="523875"/>
          </a:xfrm>
          <a:prstGeom prst="rect">
            <a:avLst/>
          </a:prstGeom>
        </p:spPr>
      </p:pic>
      <p:pic>
        <p:nvPicPr>
          <p:cNvPr id="25" name="Hình ảnh 24">
            <a:extLst>
              <a:ext uri="{FF2B5EF4-FFF2-40B4-BE49-F238E27FC236}">
                <a16:creationId xmlns:a16="http://schemas.microsoft.com/office/drawing/2014/main" id="{9C53294C-B781-415B-8535-CBA063F889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1350" y="5186633"/>
            <a:ext cx="4781550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383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5" grpId="0" build="p"/>
    </p:bldLst>
  </p:timing>
</p:sld>
</file>

<file path=ppt/theme/theme1.xml><?xml version="1.0" encoding="utf-8"?>
<a:theme xmlns:a="http://schemas.openxmlformats.org/drawingml/2006/main" name="1_Getting Started with Jupyter Noteboo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Getting Started with Jupyter Noteboo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1_Functions</Template>
  <TotalTime>2419</TotalTime>
  <Words>1967</Words>
  <Application>Microsoft Office PowerPoint</Application>
  <PresentationFormat>Widescreen</PresentationFormat>
  <Paragraphs>246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8" baseType="lpstr">
      <vt:lpstr>Arial</vt:lpstr>
      <vt:lpstr>Calibri</vt:lpstr>
      <vt:lpstr>Calibri Light</vt:lpstr>
      <vt:lpstr>Futura-CondensedBold</vt:lpstr>
      <vt:lpstr>NewBaskerville-Roman</vt:lpstr>
      <vt:lpstr>Söhne</vt:lpstr>
      <vt:lpstr>Söhne Mono</vt:lpstr>
      <vt:lpstr>TheSansMonoCondensed-Plain</vt:lpstr>
      <vt:lpstr>Times</vt:lpstr>
      <vt:lpstr>Times New Roman</vt:lpstr>
      <vt:lpstr>1_Getting Started with Jupyter Notebook</vt:lpstr>
      <vt:lpstr>2_Getting Started with Jupyter Notebook</vt:lpstr>
      <vt:lpstr>Chapter 2: Functions and classes </vt:lpstr>
      <vt:lpstr>Chapter 2: Functions and classes</vt:lpstr>
      <vt:lpstr>What are classes?</vt:lpstr>
      <vt:lpstr>Creating and using a class</vt:lpstr>
      <vt:lpstr>Creating and using a class</vt:lpstr>
      <vt:lpstr>Creating and using a class</vt:lpstr>
      <vt:lpstr>Practice</vt:lpstr>
      <vt:lpstr>Practice</vt:lpstr>
      <vt:lpstr>Practice</vt:lpstr>
      <vt:lpstr>Working with Classes and Instances</vt:lpstr>
      <vt:lpstr>Working with Classes and Instances</vt:lpstr>
      <vt:lpstr>Working with Classes and Instances</vt:lpstr>
      <vt:lpstr>Working with Classes and Instances</vt:lpstr>
      <vt:lpstr>Special Methods</vt:lpstr>
      <vt:lpstr>Special Methods</vt:lpstr>
      <vt:lpstr>Special Methods</vt:lpstr>
      <vt:lpstr>Special Methods</vt:lpstr>
      <vt:lpstr>Practices</vt:lpstr>
      <vt:lpstr>Practices</vt:lpstr>
      <vt:lpstr>Class Variables vs. Object Variables</vt:lpstr>
      <vt:lpstr>Class Variables vs. Object Variables </vt:lpstr>
      <vt:lpstr>Practice</vt:lpstr>
      <vt:lpstr>PowerPoint Presentation</vt:lpstr>
      <vt:lpstr>Class Variables vs. Object Variables</vt:lpstr>
      <vt:lpstr>Class Variables vs. Object Variables</vt:lpstr>
      <vt:lpstr>Class Variables vs. Object Variables</vt:lpstr>
      <vt:lpstr>Inheritance</vt:lpstr>
      <vt:lpstr>Inheritance</vt:lpstr>
      <vt:lpstr>Inheritance</vt:lpstr>
      <vt:lpstr>Inheritance</vt:lpstr>
      <vt:lpstr>Inheritance</vt:lpstr>
      <vt:lpstr>Practice</vt:lpstr>
      <vt:lpstr>Importing Classes</vt:lpstr>
      <vt:lpstr>Importing Classes</vt:lpstr>
      <vt:lpstr>Importing Classes</vt:lpstr>
      <vt:lpstr>Importing Classes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Functions and classes </dc:title>
  <dc:creator>Nguyen Long</dc:creator>
  <cp:lastModifiedBy>Nguyen Tuan. Long</cp:lastModifiedBy>
  <cp:revision>2</cp:revision>
  <dcterms:created xsi:type="dcterms:W3CDTF">2020-10-01T02:58:43Z</dcterms:created>
  <dcterms:modified xsi:type="dcterms:W3CDTF">2025-10-21T14:21:44Z</dcterms:modified>
</cp:coreProperties>
</file>